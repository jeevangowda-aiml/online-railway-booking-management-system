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2004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65089" y="9307779"/>
            <a:ext cx="115189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3680" y="9307779"/>
            <a:ext cx="71437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claude.ai/" TargetMode="External"/><Relationship Id="rId3" Type="http://schemas.openxmlformats.org/officeDocument/2006/relationships/hyperlink" Target="https://www.w3schools.com/php/" TargetMode="External"/><Relationship Id="rId7" Type="http://schemas.openxmlformats.org/officeDocument/2006/relationships/hyperlink" Target="https://www.geeksforgeeks.org/dbms/" TargetMode="External"/><Relationship Id="rId2" Type="http://schemas.openxmlformats.org/officeDocument/2006/relationships/hyperlink" Target="https://www.w3schools.com/sql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apachefriends.org/documentation.html" TargetMode="External"/><Relationship Id="rId5" Type="http://schemas.openxmlformats.org/officeDocument/2006/relationships/hyperlink" Target="https://dev.mysql.com/doc/workbench/en/" TargetMode="External"/><Relationship Id="rId4" Type="http://schemas.openxmlformats.org/officeDocument/2006/relationships/hyperlink" Target="https://dev.mysql.com/doc/refman/8.0/en/" TargetMode="External"/><Relationship Id="rId9" Type="http://schemas.openxmlformats.org/officeDocument/2006/relationships/hyperlink" Target="https://chatgp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0" y="1499819"/>
            <a:ext cx="775335" cy="10006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54048" y="538733"/>
            <a:ext cx="5490210" cy="8128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VISVESVARAYA</a:t>
            </a:r>
            <a:r>
              <a:rPr sz="1800" b="1" spc="-7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F477B"/>
                </a:solidFill>
                <a:latin typeface="Times New Roman"/>
                <a:cs typeface="Times New Roman"/>
              </a:rPr>
              <a:t>TECHNOLOGICAL</a:t>
            </a:r>
            <a:r>
              <a:rPr sz="1800" b="1" spc="-5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UNIVERSITY,</a:t>
            </a:r>
            <a:endParaRPr sz="1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940"/>
              </a:spcBef>
            </a:pPr>
            <a:r>
              <a:rPr sz="1800" b="1" dirty="0">
                <a:solidFill>
                  <a:srgbClr val="1F477B"/>
                </a:solidFill>
                <a:latin typeface="Times New Roman"/>
                <a:cs typeface="Times New Roman"/>
              </a:rPr>
              <a:t>Jnana</a:t>
            </a:r>
            <a:r>
              <a:rPr sz="18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F477B"/>
                </a:solidFill>
                <a:latin typeface="Times New Roman"/>
                <a:cs typeface="Times New Roman"/>
              </a:rPr>
              <a:t>Sangama,</a:t>
            </a:r>
            <a:r>
              <a:rPr sz="1800" b="1" spc="-3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1F477B"/>
                </a:solidFill>
                <a:latin typeface="Times New Roman"/>
                <a:cs typeface="Times New Roman"/>
              </a:rPr>
              <a:t>Belagavi</a:t>
            </a:r>
            <a:r>
              <a:rPr sz="1800" b="1" spc="-3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-590014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7358" y="2509247"/>
            <a:ext cx="5068570" cy="139573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200" b="1" dirty="0">
                <a:solidFill>
                  <a:srgbClr val="1F477B"/>
                </a:solidFill>
                <a:latin typeface="Times New Roman"/>
                <a:cs typeface="Times New Roman"/>
              </a:rPr>
              <a:t>A</a:t>
            </a:r>
            <a:r>
              <a:rPr sz="12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477B"/>
                </a:solidFill>
                <a:latin typeface="Times New Roman"/>
                <a:cs typeface="Times New Roman"/>
              </a:rPr>
              <a:t>DBMS</a:t>
            </a:r>
            <a:r>
              <a:rPr sz="1200" b="1" spc="-2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477B"/>
                </a:solidFill>
                <a:latin typeface="Times New Roman"/>
                <a:cs typeface="Times New Roman"/>
              </a:rPr>
              <a:t>MINI</a:t>
            </a:r>
            <a:r>
              <a:rPr sz="1200" b="1" spc="-3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477B"/>
                </a:solidFill>
                <a:latin typeface="Times New Roman"/>
                <a:cs typeface="Times New Roman"/>
              </a:rPr>
              <a:t>PROJECT</a:t>
            </a:r>
            <a:r>
              <a:rPr sz="12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477B"/>
                </a:solidFill>
                <a:latin typeface="Times New Roman"/>
                <a:cs typeface="Times New Roman"/>
              </a:rPr>
              <a:t>REPORT</a:t>
            </a:r>
            <a:r>
              <a:rPr sz="1200" b="1" spc="-2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ON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16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“QR</a:t>
            </a:r>
            <a:r>
              <a:rPr sz="1600" b="1" spc="-8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923734"/>
                </a:solidFill>
                <a:latin typeface="Times New Roman"/>
                <a:cs typeface="Times New Roman"/>
              </a:rPr>
              <a:t>CODE</a:t>
            </a:r>
            <a:r>
              <a:rPr sz="1600" b="1" spc="-4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923734"/>
                </a:solidFill>
                <a:latin typeface="Times New Roman"/>
                <a:cs typeface="Times New Roman"/>
              </a:rPr>
              <a:t>ATTENDANCE</a:t>
            </a:r>
            <a:r>
              <a:rPr sz="1600" b="1" spc="-6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MANAGEMENT</a:t>
            </a:r>
            <a:r>
              <a:rPr sz="16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SYSTEM”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COMPUTER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SCIENCE</a:t>
            </a:r>
            <a:r>
              <a:rPr sz="1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1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1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By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7710" y="4111879"/>
            <a:ext cx="1141095" cy="1075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95"/>
              </a:spcBef>
            </a:pP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HARSHA </a:t>
            </a:r>
            <a:r>
              <a:rPr sz="12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H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CHANDANA</a:t>
            </a:r>
            <a:r>
              <a:rPr sz="1200" b="1" spc="-8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B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N</a:t>
            </a:r>
            <a:r>
              <a:rPr sz="1200" b="1" spc="-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B 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BHARGAVI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LAKSHMI</a:t>
            </a:r>
            <a:r>
              <a:rPr sz="1200" b="1" spc="-7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12945" y="4111879"/>
            <a:ext cx="868680" cy="10756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10" dirty="0">
                <a:solidFill>
                  <a:srgbClr val="923734"/>
                </a:solidFill>
                <a:latin typeface="Times New Roman"/>
                <a:cs typeface="Times New Roman"/>
              </a:rPr>
              <a:t>1DB23CS037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solidFill>
                  <a:srgbClr val="923734"/>
                </a:solidFill>
                <a:latin typeface="Times New Roman"/>
                <a:cs typeface="Times New Roman"/>
              </a:rPr>
              <a:t>1DB23CS021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solidFill>
                  <a:srgbClr val="923734"/>
                </a:solidFill>
                <a:latin typeface="Times New Roman"/>
                <a:cs typeface="Times New Roman"/>
              </a:rPr>
              <a:t>1DB24CS072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solidFill>
                  <a:srgbClr val="923734"/>
                </a:solidFill>
                <a:latin typeface="Times New Roman"/>
                <a:cs typeface="Times New Roman"/>
              </a:rPr>
              <a:t>1DB24CS056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1947" y="5668136"/>
            <a:ext cx="1736725" cy="1339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7160" marR="127000" algn="ctr">
              <a:lnSpc>
                <a:spcPct val="143800"/>
              </a:lnSpc>
              <a:spcBef>
                <a:spcPts val="90"/>
              </a:spcBef>
            </a:pPr>
            <a:r>
              <a:rPr sz="12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Under</a:t>
            </a:r>
            <a:r>
              <a:rPr sz="1200" b="1" spc="-3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the</a:t>
            </a:r>
            <a:r>
              <a:rPr sz="1200" b="1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Guidance</a:t>
            </a:r>
            <a:r>
              <a:rPr sz="12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of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Ms.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SINCHANA</a:t>
            </a:r>
            <a:r>
              <a:rPr sz="1200" b="1" spc="-2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K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P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B.E,</a:t>
            </a:r>
            <a:r>
              <a:rPr sz="12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M.</a:t>
            </a:r>
            <a:r>
              <a:rPr sz="12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TECH</a:t>
            </a:r>
            <a:endParaRPr sz="1200">
              <a:latin typeface="Times New Roman"/>
              <a:cs typeface="Times New Roman"/>
            </a:endParaRPr>
          </a:p>
          <a:p>
            <a:pPr marL="12700" marR="5080" indent="1905" algn="ctr">
              <a:lnSpc>
                <a:spcPts val="2080"/>
              </a:lnSpc>
              <a:spcBef>
                <a:spcPts val="80"/>
              </a:spcBef>
            </a:pP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Assistant</a:t>
            </a:r>
            <a:r>
              <a:rPr sz="1200" b="1" spc="-4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Professor Department</a:t>
            </a:r>
            <a:r>
              <a:rPr sz="1200" b="1" spc="-5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of</a:t>
            </a:r>
            <a:r>
              <a:rPr sz="1200" b="1" spc="-6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CSE,</a:t>
            </a:r>
            <a:r>
              <a:rPr sz="1200" b="1" spc="-4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DBIT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0886" y="7834731"/>
            <a:ext cx="4996815" cy="155892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30"/>
              </a:spcBef>
            </a:pP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DON</a:t>
            </a:r>
            <a:r>
              <a:rPr sz="14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BOSCO</a:t>
            </a:r>
            <a:r>
              <a:rPr sz="1400" b="1" spc="-6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INSTITUTE</a:t>
            </a:r>
            <a:r>
              <a:rPr sz="1400" b="1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OF</a:t>
            </a:r>
            <a:r>
              <a:rPr sz="14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  <a:p>
            <a:pPr marL="12700" marR="5080" algn="ctr">
              <a:lnSpc>
                <a:spcPct val="143600"/>
              </a:lnSpc>
            </a:pP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(An</a:t>
            </a:r>
            <a:r>
              <a:rPr sz="14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Autonomous</a:t>
            </a:r>
            <a:r>
              <a:rPr sz="14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Institution,</a:t>
            </a:r>
            <a:r>
              <a:rPr sz="1400" b="1" spc="-3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affiliated</a:t>
            </a:r>
            <a:r>
              <a:rPr sz="1400" b="1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to</a:t>
            </a:r>
            <a:r>
              <a:rPr sz="1400" b="1" spc="-2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VTU,</a:t>
            </a:r>
            <a:r>
              <a:rPr sz="1400" b="1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Belagavi) DEPARTMENT</a:t>
            </a:r>
            <a:r>
              <a:rPr sz="1400" b="1" spc="-5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OF</a:t>
            </a:r>
            <a:r>
              <a:rPr sz="1400" b="1" spc="-7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COMPUTER</a:t>
            </a:r>
            <a:r>
              <a:rPr sz="14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SCIENCE</a:t>
            </a:r>
            <a:r>
              <a:rPr sz="1400" b="1" spc="-5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&amp;</a:t>
            </a:r>
            <a:r>
              <a:rPr sz="1400" b="1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946785" marR="939800" algn="ctr">
              <a:lnSpc>
                <a:spcPct val="143600"/>
              </a:lnSpc>
              <a:spcBef>
                <a:spcPts val="10"/>
              </a:spcBef>
            </a:pP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BENGALURU</a:t>
            </a:r>
            <a:r>
              <a:rPr sz="1400" b="1" spc="-2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–</a:t>
            </a:r>
            <a:r>
              <a:rPr sz="1400" b="1" spc="-1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560074,</a:t>
            </a:r>
            <a:r>
              <a:rPr sz="1400" b="1" spc="-1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KARNATAKA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2025</a:t>
            </a:r>
            <a:r>
              <a:rPr sz="14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–</a:t>
            </a:r>
            <a:r>
              <a:rPr sz="1400" b="1" spc="-20" dirty="0">
                <a:solidFill>
                  <a:srgbClr val="1F477B"/>
                </a:solidFill>
                <a:latin typeface="Times New Roman"/>
                <a:cs typeface="Times New Roman"/>
              </a:rPr>
              <a:t> 2026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1879" y="7083806"/>
            <a:ext cx="775335" cy="786003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6781165"/>
            <a:ext cx="1276350" cy="12700"/>
          </a:xfrm>
          <a:custGeom>
            <a:avLst/>
            <a:gdLst/>
            <a:ahLst/>
            <a:cxnLst/>
            <a:rect l="l" t="t" r="r" b="b"/>
            <a:pathLst>
              <a:path w="1276350" h="12700">
                <a:moveTo>
                  <a:pt x="0" y="0"/>
                </a:moveTo>
                <a:lnTo>
                  <a:pt x="1276350" y="126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95900" y="6787515"/>
            <a:ext cx="1285875" cy="12700"/>
          </a:xfrm>
          <a:custGeom>
            <a:avLst/>
            <a:gdLst/>
            <a:ahLst/>
            <a:cxnLst/>
            <a:rect l="l" t="t" r="r" b="b"/>
            <a:pathLst>
              <a:path w="1285875" h="12700">
                <a:moveTo>
                  <a:pt x="0" y="0"/>
                </a:moveTo>
                <a:lnTo>
                  <a:pt x="1285875" y="126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68526" y="566776"/>
            <a:ext cx="4634230" cy="121856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830"/>
              </a:spcBef>
            </a:pP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DON</a:t>
            </a:r>
            <a:r>
              <a:rPr sz="14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BOSCO</a:t>
            </a:r>
            <a:r>
              <a:rPr sz="1400" b="1" spc="-6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INSTITUTE</a:t>
            </a:r>
            <a:r>
              <a:rPr sz="1400" b="1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OF</a:t>
            </a:r>
            <a:r>
              <a:rPr sz="14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  <a:p>
            <a:pPr marL="32384" algn="ctr">
              <a:lnSpc>
                <a:spcPct val="100000"/>
              </a:lnSpc>
              <a:spcBef>
                <a:spcPts val="735"/>
              </a:spcBef>
            </a:pP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(An</a:t>
            </a:r>
            <a:r>
              <a:rPr sz="1400" b="1" spc="-9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Autonomous</a:t>
            </a:r>
            <a:r>
              <a:rPr sz="1400" b="1" spc="-6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Institution,</a:t>
            </a:r>
            <a:r>
              <a:rPr sz="1400" b="1" spc="-6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affiliated</a:t>
            </a:r>
            <a:r>
              <a:rPr sz="1400" b="1" spc="-5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to</a:t>
            </a:r>
            <a:r>
              <a:rPr sz="1400" b="1" spc="-5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VTU,</a:t>
            </a:r>
            <a:r>
              <a:rPr sz="1400" b="1" spc="-7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Belagavi)</a:t>
            </a:r>
            <a:endParaRPr sz="1400">
              <a:latin typeface="Times New Roman"/>
              <a:cs typeface="Times New Roman"/>
            </a:endParaRPr>
          </a:p>
          <a:p>
            <a:pPr marL="12700" marR="5080" indent="878205">
              <a:lnSpc>
                <a:spcPct val="143800"/>
              </a:lnSpc>
              <a:spcBef>
                <a:spcPts val="75"/>
              </a:spcBef>
            </a:pP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BENGALURU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–</a:t>
            </a:r>
            <a:r>
              <a:rPr sz="13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560074,</a:t>
            </a:r>
            <a:r>
              <a:rPr sz="13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KARNATAKA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DEPARTMENT</a:t>
            </a:r>
            <a:r>
              <a:rPr sz="13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OF</a:t>
            </a:r>
            <a:r>
              <a:rPr sz="1300" b="1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COMPUTER</a:t>
            </a:r>
            <a:r>
              <a:rPr sz="1300" b="1" spc="-3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SCIENCE</a:t>
            </a:r>
            <a:r>
              <a:rPr sz="1300" b="1" spc="-5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&amp;</a:t>
            </a:r>
            <a:r>
              <a:rPr sz="13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ENGINEERING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9080" y="2671317"/>
            <a:ext cx="5730240" cy="824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20979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CERTIFICATE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  <a:spcBef>
                <a:spcPts val="245"/>
              </a:spcBef>
              <a:tabLst>
                <a:tab pos="411480" algn="l"/>
                <a:tab pos="641985" algn="l"/>
                <a:tab pos="888365" algn="l"/>
                <a:tab pos="1414780" algn="l"/>
                <a:tab pos="1771650" algn="l"/>
                <a:tab pos="2086610" algn="l"/>
                <a:tab pos="2510790" algn="l"/>
                <a:tab pos="3073400" algn="l"/>
                <a:tab pos="3661410" algn="l"/>
                <a:tab pos="4092575" algn="l"/>
                <a:tab pos="4662805" algn="l"/>
              </a:tabLst>
            </a:pPr>
            <a:r>
              <a:rPr sz="1200" spc="-20" dirty="0">
                <a:latin typeface="Times New Roman"/>
                <a:cs typeface="Times New Roman"/>
              </a:rPr>
              <a:t>This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certify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that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the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Mini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entitled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“QR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CODE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ATTENDANCE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r>
              <a:rPr sz="1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SYSTEM”</a:t>
            </a:r>
            <a:r>
              <a:rPr sz="1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5914" y="3496182"/>
            <a:ext cx="1141095" cy="1078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9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HARSHA </a:t>
            </a:r>
            <a:r>
              <a:rPr sz="1200" b="1" spc="-50" dirty="0">
                <a:latin typeface="Times New Roman"/>
                <a:cs typeface="Times New Roman"/>
              </a:rPr>
              <a:t>H </a:t>
            </a:r>
            <a:r>
              <a:rPr sz="1200" b="1" dirty="0">
                <a:latin typeface="Times New Roman"/>
                <a:cs typeface="Times New Roman"/>
              </a:rPr>
              <a:t>CHANDANA</a:t>
            </a:r>
            <a:r>
              <a:rPr sz="1200" b="1" spc="-85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B </a:t>
            </a:r>
            <a:r>
              <a:rPr sz="1200" b="1" dirty="0">
                <a:latin typeface="Times New Roman"/>
                <a:cs typeface="Times New Roman"/>
              </a:rPr>
              <a:t>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 </a:t>
            </a:r>
            <a:r>
              <a:rPr sz="1200" b="1" spc="-20" dirty="0">
                <a:latin typeface="Times New Roman"/>
                <a:cs typeface="Times New Roman"/>
              </a:rPr>
              <a:t>BHARGAVI </a:t>
            </a:r>
            <a:r>
              <a:rPr sz="1200" b="1" dirty="0">
                <a:latin typeface="Times New Roman"/>
                <a:cs typeface="Times New Roman"/>
              </a:rPr>
              <a:t>LAKSHMI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83989" y="3496182"/>
            <a:ext cx="868680" cy="107886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spc="-10" dirty="0">
                <a:latin typeface="Times New Roman"/>
                <a:cs typeface="Times New Roman"/>
              </a:rPr>
              <a:t>1DB23CS037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1DB23CS021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1DB24CS072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1DB24CS056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9080" y="4786757"/>
            <a:ext cx="5744845" cy="1602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37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Bonafide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02F52"/>
                </a:solidFill>
                <a:latin typeface="Times New Roman"/>
                <a:cs typeface="Times New Roman"/>
              </a:rPr>
              <a:t>Department</a:t>
            </a:r>
            <a:r>
              <a:rPr sz="1200" b="1" spc="145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02F52"/>
                </a:solidFill>
                <a:latin typeface="Times New Roman"/>
                <a:cs typeface="Times New Roman"/>
              </a:rPr>
              <a:t>of</a:t>
            </a:r>
            <a:r>
              <a:rPr sz="1200" b="1" spc="145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02F52"/>
                </a:solidFill>
                <a:latin typeface="Times New Roman"/>
                <a:cs typeface="Times New Roman"/>
              </a:rPr>
              <a:t>Computer</a:t>
            </a:r>
            <a:r>
              <a:rPr sz="1200" b="1" spc="140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02F52"/>
                </a:solidFill>
                <a:latin typeface="Times New Roman"/>
                <a:cs typeface="Times New Roman"/>
              </a:rPr>
              <a:t>Science</a:t>
            </a:r>
            <a:r>
              <a:rPr sz="1200" b="1" spc="140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02F52"/>
                </a:solidFill>
                <a:latin typeface="Times New Roman"/>
                <a:cs typeface="Times New Roman"/>
              </a:rPr>
              <a:t>&amp;</a:t>
            </a:r>
            <a:r>
              <a:rPr sz="1200" b="1" spc="140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02F52"/>
                </a:solidFill>
                <a:latin typeface="Times New Roman"/>
                <a:cs typeface="Times New Roman"/>
              </a:rPr>
              <a:t>Engineering,</a:t>
            </a:r>
            <a:r>
              <a:rPr sz="1200" b="1" spc="145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02F52"/>
                </a:solidFill>
                <a:latin typeface="Times New Roman"/>
                <a:cs typeface="Times New Roman"/>
              </a:rPr>
              <a:t>Don</a:t>
            </a:r>
            <a:r>
              <a:rPr sz="1200" b="1" spc="150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402F52"/>
                </a:solidFill>
                <a:latin typeface="Times New Roman"/>
                <a:cs typeface="Times New Roman"/>
              </a:rPr>
              <a:t>Bosco Institute</a:t>
            </a:r>
            <a:r>
              <a:rPr sz="1200" b="1" spc="-30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402F52"/>
                </a:solidFill>
                <a:latin typeface="Times New Roman"/>
                <a:cs typeface="Times New Roman"/>
              </a:rPr>
              <a:t>of</a:t>
            </a:r>
            <a:r>
              <a:rPr sz="1200" b="1" spc="-25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402F52"/>
                </a:solidFill>
                <a:latin typeface="Times New Roman"/>
                <a:cs typeface="Times New Roman"/>
              </a:rPr>
              <a:t>Technology</a:t>
            </a:r>
            <a:r>
              <a:rPr sz="1200" b="1" spc="5" dirty="0">
                <a:solidFill>
                  <a:srgbClr val="402F5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D223C"/>
                </a:solidFill>
                <a:latin typeface="Times New Roman"/>
                <a:cs typeface="Times New Roman"/>
              </a:rPr>
              <a:t>Visvesvaraya</a:t>
            </a:r>
            <a:r>
              <a:rPr sz="1200" b="1" spc="-15" dirty="0">
                <a:solidFill>
                  <a:srgbClr val="0D223C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D223C"/>
                </a:solidFill>
                <a:latin typeface="Times New Roman"/>
                <a:cs typeface="Times New Roman"/>
              </a:rPr>
              <a:t>Technological</a:t>
            </a:r>
            <a:r>
              <a:rPr sz="1200" b="1" spc="-15" dirty="0">
                <a:solidFill>
                  <a:srgbClr val="0D223C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D223C"/>
                </a:solidFill>
                <a:latin typeface="Times New Roman"/>
                <a:cs typeface="Times New Roman"/>
              </a:rPr>
              <a:t>University,</a:t>
            </a:r>
            <a:r>
              <a:rPr sz="1200" b="1" spc="-15" dirty="0">
                <a:solidFill>
                  <a:srgbClr val="0D223C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D223C"/>
                </a:solidFill>
                <a:latin typeface="Times New Roman"/>
                <a:cs typeface="Times New Roman"/>
              </a:rPr>
              <a:t>Belagavi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dirty="0">
                <a:latin typeface="Times New Roman"/>
                <a:cs typeface="Times New Roman"/>
              </a:rPr>
              <a:t>year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2025–2026.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certified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corrections/suggestions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indicated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Internal </a:t>
            </a:r>
            <a:r>
              <a:rPr sz="1200" dirty="0">
                <a:latin typeface="Times New Roman"/>
                <a:cs typeface="Times New Roman"/>
              </a:rPr>
              <a:t>Assessment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incorporated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deposited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departmental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library.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Mini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approved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satisfies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requirements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respect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Mini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prescribed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Bachelor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Degree.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4874" y="6849312"/>
            <a:ext cx="1402080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Ms.</a:t>
            </a:r>
            <a:r>
              <a:rPr sz="1200" b="1" spc="-3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SINCHANA</a:t>
            </a:r>
            <a:r>
              <a:rPr sz="1200" b="1" spc="-3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K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P</a:t>
            </a:r>
            <a:endParaRPr sz="1200" dirty="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819"/>
              </a:spcBef>
            </a:pPr>
            <a:r>
              <a:rPr sz="1000" b="1" dirty="0">
                <a:solidFill>
                  <a:srgbClr val="923734"/>
                </a:solidFill>
                <a:latin typeface="Times New Roman"/>
                <a:cs typeface="Times New Roman"/>
              </a:rPr>
              <a:t>BE,</a:t>
            </a:r>
            <a:r>
              <a:rPr sz="1000" b="1" spc="-3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923734"/>
                </a:solidFill>
                <a:latin typeface="Times New Roman"/>
                <a:cs typeface="Times New Roman"/>
              </a:rPr>
              <a:t>M.</a:t>
            </a:r>
            <a:r>
              <a:rPr sz="10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TECH</a:t>
            </a:r>
            <a:endParaRPr sz="1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Mini</a:t>
            </a:r>
            <a:r>
              <a:rPr sz="1200" b="1" spc="-65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Project</a:t>
            </a:r>
            <a:r>
              <a:rPr sz="1200" b="1" spc="-50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22405F"/>
                </a:solidFill>
                <a:latin typeface="Times New Roman"/>
                <a:cs typeface="Times New Roman"/>
              </a:rPr>
              <a:t>Guide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5301" y="6840093"/>
            <a:ext cx="1769745" cy="81406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Dr</a:t>
            </a:r>
            <a:r>
              <a:rPr sz="1200" b="1" spc="-3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K</a:t>
            </a:r>
            <a:r>
              <a:rPr sz="12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B</a:t>
            </a:r>
            <a:r>
              <a:rPr sz="1200" b="1" spc="-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SHIVAKUMAR</a:t>
            </a:r>
            <a:endParaRPr sz="1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000" b="1" dirty="0">
                <a:solidFill>
                  <a:srgbClr val="923734"/>
                </a:solidFill>
                <a:latin typeface="Times New Roman"/>
                <a:cs typeface="Times New Roman"/>
              </a:rPr>
              <a:t>B.E,</a:t>
            </a:r>
            <a:r>
              <a:rPr sz="1000" b="1" spc="-3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923734"/>
                </a:solidFill>
                <a:latin typeface="Times New Roman"/>
                <a:cs typeface="Times New Roman"/>
              </a:rPr>
              <a:t>M.E,</a:t>
            </a:r>
            <a:r>
              <a:rPr sz="1000" b="1" spc="-2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000" b="1" dirty="0">
                <a:solidFill>
                  <a:srgbClr val="923734"/>
                </a:solidFill>
                <a:latin typeface="Times New Roman"/>
                <a:cs typeface="Times New Roman"/>
              </a:rPr>
              <a:t>M.B.A,</a:t>
            </a:r>
            <a:r>
              <a:rPr sz="1000" b="1" spc="-3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0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M.Phil.,</a:t>
            </a:r>
            <a:r>
              <a:rPr sz="1000" b="1" spc="-3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0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Ph.D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R="122555" algn="ctr">
              <a:lnSpc>
                <a:spcPct val="100000"/>
              </a:lnSpc>
              <a:spcBef>
                <a:spcPts val="640"/>
              </a:spcBef>
            </a:pPr>
            <a:r>
              <a:rPr sz="12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HOD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3652" y="8192261"/>
            <a:ext cx="14135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528DD2"/>
                </a:solidFill>
                <a:latin typeface="Times New Roman"/>
                <a:cs typeface="Times New Roman"/>
              </a:rPr>
              <a:t>Name</a:t>
            </a:r>
            <a:r>
              <a:rPr sz="1100" b="1" spc="-25" dirty="0">
                <a:solidFill>
                  <a:srgbClr val="528DD2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528DD2"/>
                </a:solidFill>
                <a:latin typeface="Times New Roman"/>
                <a:cs typeface="Times New Roman"/>
              </a:rPr>
              <a:t>of</a:t>
            </a:r>
            <a:r>
              <a:rPr sz="1100" b="1" spc="-25" dirty="0">
                <a:solidFill>
                  <a:srgbClr val="528DD2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528DD2"/>
                </a:solidFill>
                <a:latin typeface="Times New Roman"/>
                <a:cs typeface="Times New Roman"/>
              </a:rPr>
              <a:t>the</a:t>
            </a:r>
            <a:r>
              <a:rPr sz="1100" b="1" spc="-25" dirty="0">
                <a:solidFill>
                  <a:srgbClr val="528DD2"/>
                </a:solidFill>
                <a:latin typeface="Times New Roman"/>
                <a:cs typeface="Times New Roman"/>
              </a:rPr>
              <a:t> </a:t>
            </a:r>
            <a:r>
              <a:rPr sz="1100" b="1" spc="-10" dirty="0">
                <a:solidFill>
                  <a:srgbClr val="528DD2"/>
                </a:solidFill>
                <a:latin typeface="Times New Roman"/>
                <a:cs typeface="Times New Roman"/>
              </a:rPr>
              <a:t>Examiners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5430" y="7949945"/>
            <a:ext cx="84899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C0504D"/>
                </a:solidFill>
                <a:latin typeface="Times New Roman"/>
                <a:cs typeface="Times New Roman"/>
              </a:rPr>
              <a:t>External</a:t>
            </a:r>
            <a:r>
              <a:rPr sz="1100" b="1" spc="-6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1100" b="1" spc="-20" dirty="0">
                <a:solidFill>
                  <a:srgbClr val="C0504D"/>
                </a:solidFill>
                <a:latin typeface="Times New Roman"/>
                <a:cs typeface="Times New Roman"/>
              </a:rPr>
              <a:t>Viva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9036" y="8192261"/>
            <a:ext cx="12096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528DD2"/>
                </a:solidFill>
                <a:latin typeface="Times New Roman"/>
                <a:cs typeface="Times New Roman"/>
              </a:rPr>
              <a:t>Signature</a:t>
            </a:r>
            <a:r>
              <a:rPr sz="1100" b="1" spc="-45" dirty="0">
                <a:solidFill>
                  <a:srgbClr val="528DD2"/>
                </a:solidFill>
                <a:latin typeface="Times New Roman"/>
                <a:cs typeface="Times New Roman"/>
              </a:rPr>
              <a:t> </a:t>
            </a:r>
            <a:r>
              <a:rPr sz="1100" b="1" dirty="0">
                <a:solidFill>
                  <a:srgbClr val="528DD2"/>
                </a:solidFill>
                <a:latin typeface="Times New Roman"/>
                <a:cs typeface="Times New Roman"/>
              </a:rPr>
              <a:t>with</a:t>
            </a:r>
            <a:r>
              <a:rPr sz="1100" b="1" spc="-25" dirty="0">
                <a:solidFill>
                  <a:srgbClr val="528DD2"/>
                </a:solidFill>
                <a:latin typeface="Times New Roman"/>
                <a:cs typeface="Times New Roman"/>
              </a:rPr>
              <a:t> </a:t>
            </a:r>
            <a:r>
              <a:rPr sz="1100" b="1" spc="-20" dirty="0">
                <a:solidFill>
                  <a:srgbClr val="528DD2"/>
                </a:solidFill>
                <a:latin typeface="Times New Roman"/>
                <a:cs typeface="Times New Roman"/>
              </a:rPr>
              <a:t>Date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3652" y="8663127"/>
            <a:ext cx="212407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740" algn="l"/>
              </a:tabLst>
            </a:pPr>
            <a:r>
              <a:rPr sz="1100" b="1" dirty="0">
                <a:latin typeface="Times New Roman"/>
                <a:cs typeface="Times New Roman"/>
              </a:rPr>
              <a:t>1.</a:t>
            </a:r>
            <a:r>
              <a:rPr sz="1100" b="1" spc="285" dirty="0">
                <a:latin typeface="Times New Roman"/>
                <a:cs typeface="Times New Roman"/>
              </a:rPr>
              <a:t> </a:t>
            </a:r>
            <a:r>
              <a:rPr sz="11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110740" algn="l"/>
              </a:tabLst>
            </a:pPr>
            <a:r>
              <a:rPr sz="1100" b="1" dirty="0">
                <a:latin typeface="Times New Roman"/>
                <a:cs typeface="Times New Roman"/>
              </a:rPr>
              <a:t>2.</a:t>
            </a:r>
            <a:r>
              <a:rPr sz="1100" b="1" spc="285" dirty="0">
                <a:latin typeface="Times New Roman"/>
                <a:cs typeface="Times New Roman"/>
              </a:rPr>
              <a:t> </a:t>
            </a:r>
            <a:r>
              <a:rPr sz="11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9779" y="1870621"/>
            <a:ext cx="1063358" cy="78571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5275834" y="8818550"/>
            <a:ext cx="1276350" cy="12700"/>
          </a:xfrm>
          <a:custGeom>
            <a:avLst/>
            <a:gdLst/>
            <a:ahLst/>
            <a:cxnLst/>
            <a:rect l="l" t="t" r="r" b="b"/>
            <a:pathLst>
              <a:path w="1276350" h="12700">
                <a:moveTo>
                  <a:pt x="0" y="0"/>
                </a:moveTo>
                <a:lnTo>
                  <a:pt x="1276349" y="126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75834" y="9294164"/>
            <a:ext cx="1276350" cy="12700"/>
          </a:xfrm>
          <a:custGeom>
            <a:avLst/>
            <a:gdLst/>
            <a:ahLst/>
            <a:cxnLst/>
            <a:rect l="l" t="t" r="r" b="b"/>
            <a:pathLst>
              <a:path w="1276350" h="12700">
                <a:moveTo>
                  <a:pt x="0" y="0"/>
                </a:moveTo>
                <a:lnTo>
                  <a:pt x="1276349" y="127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115" y="2381250"/>
            <a:ext cx="1181100" cy="9334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68526" y="808075"/>
            <a:ext cx="4634230" cy="121793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8575" algn="ctr">
              <a:lnSpc>
                <a:spcPct val="100000"/>
              </a:lnSpc>
              <a:spcBef>
                <a:spcPts val="830"/>
              </a:spcBef>
            </a:pP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DON</a:t>
            </a:r>
            <a:r>
              <a:rPr sz="14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BOSCO</a:t>
            </a:r>
            <a:r>
              <a:rPr sz="1400" b="1" spc="-6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INSTITUTE</a:t>
            </a:r>
            <a:r>
              <a:rPr sz="1400" b="1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OF</a:t>
            </a:r>
            <a:r>
              <a:rPr sz="14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  <a:p>
            <a:pPr marL="32384" algn="ctr">
              <a:lnSpc>
                <a:spcPct val="100000"/>
              </a:lnSpc>
              <a:spcBef>
                <a:spcPts val="730"/>
              </a:spcBef>
            </a:pP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(An</a:t>
            </a:r>
            <a:r>
              <a:rPr sz="1400" b="1" spc="-9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Autonomous</a:t>
            </a:r>
            <a:r>
              <a:rPr sz="1400" b="1" spc="-6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Institution,</a:t>
            </a:r>
            <a:r>
              <a:rPr sz="1400" b="1" spc="-6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affiliated</a:t>
            </a:r>
            <a:r>
              <a:rPr sz="1400" b="1" spc="-5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to</a:t>
            </a:r>
            <a:r>
              <a:rPr sz="1400" b="1" spc="-5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77B"/>
                </a:solidFill>
                <a:latin typeface="Times New Roman"/>
                <a:cs typeface="Times New Roman"/>
              </a:rPr>
              <a:t>VTU,</a:t>
            </a:r>
            <a:r>
              <a:rPr sz="1400" b="1" spc="-7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Belagavi)</a:t>
            </a:r>
            <a:endParaRPr sz="1400">
              <a:latin typeface="Times New Roman"/>
              <a:cs typeface="Times New Roman"/>
            </a:endParaRPr>
          </a:p>
          <a:p>
            <a:pPr marL="12700" marR="5080" indent="878205">
              <a:lnSpc>
                <a:spcPct val="144600"/>
              </a:lnSpc>
              <a:spcBef>
                <a:spcPts val="55"/>
              </a:spcBef>
            </a:pP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BENGALURU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–</a:t>
            </a:r>
            <a:r>
              <a:rPr sz="13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560074,</a:t>
            </a:r>
            <a:r>
              <a:rPr sz="1300" b="1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KARNATAKA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DEPARTMENT</a:t>
            </a:r>
            <a:r>
              <a:rPr sz="13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OF</a:t>
            </a:r>
            <a:r>
              <a:rPr sz="1300" b="1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COMPUTER</a:t>
            </a:r>
            <a:r>
              <a:rPr sz="1300" b="1" spc="-3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SCIENCE</a:t>
            </a:r>
            <a:r>
              <a:rPr sz="1300" b="1" spc="-5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1F477B"/>
                </a:solidFill>
                <a:latin typeface="Times New Roman"/>
                <a:cs typeface="Times New Roman"/>
              </a:rPr>
              <a:t>&amp;</a:t>
            </a:r>
            <a:r>
              <a:rPr sz="1300" b="1" spc="-4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300" b="1" spc="-10" dirty="0">
                <a:solidFill>
                  <a:srgbClr val="1F477B"/>
                </a:solidFill>
                <a:latin typeface="Times New Roman"/>
                <a:cs typeface="Times New Roman"/>
              </a:rPr>
              <a:t>ENGINEERING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9080" y="3832986"/>
            <a:ext cx="5745480" cy="249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3189" algn="ctr">
              <a:lnSpc>
                <a:spcPct val="100000"/>
              </a:lnSpc>
              <a:spcBef>
                <a:spcPts val="95"/>
              </a:spcBef>
            </a:pP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Declaration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We,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477B"/>
                </a:solidFill>
                <a:latin typeface="Times New Roman"/>
                <a:cs typeface="Times New Roman"/>
              </a:rPr>
              <a:t>HARSHA</a:t>
            </a:r>
            <a:r>
              <a:rPr sz="1200" b="1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F477B"/>
                </a:solidFill>
                <a:latin typeface="Times New Roman"/>
                <a:cs typeface="Times New Roman"/>
              </a:rPr>
              <a:t>H</a:t>
            </a: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,</a:t>
            </a:r>
            <a:r>
              <a:rPr sz="1200" b="1" spc="-45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CHANDANA</a:t>
            </a:r>
            <a:r>
              <a:rPr sz="1200" b="1" spc="-40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B,</a:t>
            </a:r>
            <a:r>
              <a:rPr sz="1200" b="1" spc="-40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N</a:t>
            </a:r>
            <a:r>
              <a:rPr sz="1200" b="1" spc="-45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B</a:t>
            </a:r>
            <a:r>
              <a:rPr sz="1200" b="1" spc="-30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BHARGAVI,</a:t>
            </a:r>
            <a:r>
              <a:rPr sz="1200" b="1" spc="-40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22405F"/>
                </a:solidFill>
                <a:latin typeface="Times New Roman"/>
                <a:cs typeface="Times New Roman"/>
              </a:rPr>
              <a:t>LAKSHMI</a:t>
            </a:r>
            <a:r>
              <a:rPr sz="1200" b="1" spc="-40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2405F"/>
                </a:solidFill>
                <a:latin typeface="Times New Roman"/>
                <a:cs typeface="Times New Roman"/>
              </a:rPr>
              <a:t>L</a:t>
            </a:r>
            <a:r>
              <a:rPr sz="1200" b="1" spc="-25" dirty="0">
                <a:solidFill>
                  <a:srgbClr val="22405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hereby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declare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dissertation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entitled,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QR</a:t>
            </a:r>
            <a:r>
              <a:rPr sz="1200" b="1" spc="-2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CODE</a:t>
            </a:r>
            <a:r>
              <a:rPr sz="1200" b="1" spc="-1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ATTENDANCE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MANAGEMENT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SYSTEM</a:t>
            </a:r>
            <a:r>
              <a:rPr sz="1200" b="1" spc="-1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completed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written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supervision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Ms.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Sinchana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</a:t>
            </a:r>
            <a:r>
              <a:rPr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,</a:t>
            </a:r>
            <a:r>
              <a:rPr sz="1200" b="1" spc="-35" dirty="0">
                <a:solidFill>
                  <a:srgbClr val="17365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17365D"/>
                </a:solidFill>
                <a:latin typeface="Times New Roman"/>
                <a:cs typeface="Times New Roman"/>
              </a:rPr>
              <a:t>Assistant</a:t>
            </a:r>
            <a:r>
              <a:rPr sz="1200" b="1" spc="-40" dirty="0">
                <a:solidFill>
                  <a:srgbClr val="17365D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17365D"/>
                </a:solidFill>
                <a:latin typeface="Times New Roman"/>
                <a:cs typeface="Times New Roman"/>
              </a:rPr>
              <a:t>Professor</a:t>
            </a:r>
            <a:r>
              <a:rPr sz="1200" b="1" spc="-10" dirty="0">
                <a:solidFill>
                  <a:srgbClr val="E16C09"/>
                </a:solidFill>
                <a:latin typeface="Times New Roman"/>
                <a:cs typeface="Times New Roman"/>
              </a:rPr>
              <a:t>,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Department</a:t>
            </a:r>
            <a:r>
              <a:rPr sz="1200" b="1" spc="20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of</a:t>
            </a:r>
            <a:r>
              <a:rPr sz="1200" b="1" spc="25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Computer</a:t>
            </a:r>
            <a:r>
              <a:rPr sz="1200" b="1" spc="20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Science</a:t>
            </a:r>
            <a:r>
              <a:rPr sz="1200" b="1" spc="20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and</a:t>
            </a:r>
            <a:r>
              <a:rPr sz="1200" b="1" spc="25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Engineering,</a:t>
            </a:r>
            <a:r>
              <a:rPr sz="1200" b="1" spc="25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Don</a:t>
            </a:r>
            <a:r>
              <a:rPr sz="1200" b="1" spc="30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Bosco</a:t>
            </a:r>
            <a:r>
              <a:rPr sz="1200" b="1" spc="25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Institute</a:t>
            </a:r>
            <a:r>
              <a:rPr sz="1200" b="1" spc="15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of</a:t>
            </a:r>
            <a:r>
              <a:rPr sz="1200" b="1" spc="25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E16C09"/>
                </a:solidFill>
                <a:latin typeface="Times New Roman"/>
                <a:cs typeface="Times New Roman"/>
              </a:rPr>
              <a:t>Technology, </a:t>
            </a:r>
            <a:r>
              <a:rPr sz="1200" b="1" dirty="0">
                <a:solidFill>
                  <a:srgbClr val="E16C09"/>
                </a:solidFill>
                <a:latin typeface="Times New Roman"/>
                <a:cs typeface="Times New Roman"/>
              </a:rPr>
              <a:t>Bengaluru</a:t>
            </a:r>
            <a:r>
              <a:rPr sz="1200" dirty="0">
                <a:solidFill>
                  <a:srgbClr val="E16C09"/>
                </a:solidFill>
                <a:latin typeface="Times New Roman"/>
                <a:cs typeface="Times New Roman"/>
              </a:rPr>
              <a:t>,</a:t>
            </a:r>
            <a:r>
              <a:rPr sz="1200" spc="45" dirty="0">
                <a:solidFill>
                  <a:srgbClr val="E16C0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CC0000"/>
                </a:solidFill>
                <a:latin typeface="Times New Roman"/>
                <a:cs typeface="Times New Roman"/>
              </a:rPr>
              <a:t>Visvesvaraya</a:t>
            </a:r>
            <a:r>
              <a:rPr sz="1200" b="1" spc="5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CC0000"/>
                </a:solidFill>
                <a:latin typeface="Times New Roman"/>
                <a:cs typeface="Times New Roman"/>
              </a:rPr>
              <a:t>Technological</a:t>
            </a:r>
            <a:r>
              <a:rPr sz="1200" b="1" spc="5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CC0000"/>
                </a:solidFill>
                <a:latin typeface="Times New Roman"/>
                <a:cs typeface="Times New Roman"/>
              </a:rPr>
              <a:t>University,</a:t>
            </a:r>
            <a:r>
              <a:rPr sz="1200" b="1" spc="5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CC0000"/>
                </a:solidFill>
                <a:latin typeface="Times New Roman"/>
                <a:cs typeface="Times New Roman"/>
              </a:rPr>
              <a:t>Belagavi,</a:t>
            </a:r>
            <a:r>
              <a:rPr sz="1200" b="1" spc="6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academic </a:t>
            </a:r>
            <a:r>
              <a:rPr sz="1200" dirty="0">
                <a:latin typeface="Times New Roman"/>
                <a:cs typeface="Times New Roman"/>
              </a:rPr>
              <a:t>year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2025-2026.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dissertation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original 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submitted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other </a:t>
            </a:r>
            <a:r>
              <a:rPr sz="1200" dirty="0">
                <a:latin typeface="Times New Roman"/>
                <a:cs typeface="Times New Roman"/>
              </a:rPr>
              <a:t>degree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university.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92321" y="7564373"/>
            <a:ext cx="1141095" cy="1078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900"/>
              </a:lnSpc>
              <a:spcBef>
                <a:spcPts val="100"/>
              </a:spcBef>
            </a:pP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HARSHA</a:t>
            </a:r>
            <a:r>
              <a:rPr sz="1200" b="1" spc="-30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H </a:t>
            </a:r>
            <a:r>
              <a:rPr sz="1200" b="1" spc="-10" dirty="0">
                <a:solidFill>
                  <a:srgbClr val="923734"/>
                </a:solidFill>
                <a:latin typeface="Times New Roman"/>
                <a:cs typeface="Times New Roman"/>
              </a:rPr>
              <a:t>CHANDANA </a:t>
            </a:r>
            <a:r>
              <a:rPr sz="12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B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N</a:t>
            </a:r>
            <a:r>
              <a:rPr sz="1200" b="1" spc="-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B </a:t>
            </a:r>
            <a:r>
              <a:rPr sz="1200" b="1" spc="-20" dirty="0">
                <a:solidFill>
                  <a:srgbClr val="923734"/>
                </a:solidFill>
                <a:latin typeface="Times New Roman"/>
                <a:cs typeface="Times New Roman"/>
              </a:rPr>
              <a:t>BHARGAVI </a:t>
            </a:r>
            <a:r>
              <a:rPr sz="1200" b="1" dirty="0">
                <a:solidFill>
                  <a:srgbClr val="923734"/>
                </a:solidFill>
                <a:latin typeface="Times New Roman"/>
                <a:cs typeface="Times New Roman"/>
              </a:rPr>
              <a:t>LAKSHMI</a:t>
            </a:r>
            <a:r>
              <a:rPr sz="1200" b="1" spc="-75" dirty="0">
                <a:solidFill>
                  <a:srgbClr val="923734"/>
                </a:solidFill>
                <a:latin typeface="Times New Roman"/>
                <a:cs typeface="Times New Roman"/>
              </a:rPr>
              <a:t> </a:t>
            </a:r>
            <a:r>
              <a:rPr sz="1200" b="1" spc="-50" dirty="0">
                <a:solidFill>
                  <a:srgbClr val="923734"/>
                </a:solidFill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5258" y="7564373"/>
            <a:ext cx="868680" cy="107886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spc="-10" dirty="0">
                <a:solidFill>
                  <a:srgbClr val="923734"/>
                </a:solidFill>
                <a:latin typeface="Times New Roman"/>
                <a:cs typeface="Times New Roman"/>
              </a:rPr>
              <a:t>1DB23CS037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solidFill>
                  <a:srgbClr val="923734"/>
                </a:solidFill>
                <a:latin typeface="Times New Roman"/>
                <a:cs typeface="Times New Roman"/>
              </a:rPr>
              <a:t>1DB23CS021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solidFill>
                  <a:srgbClr val="923734"/>
                </a:solidFill>
                <a:latin typeface="Times New Roman"/>
                <a:cs typeface="Times New Roman"/>
              </a:rPr>
              <a:t>1DB24CS072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solidFill>
                  <a:srgbClr val="923734"/>
                </a:solidFill>
                <a:latin typeface="Times New Roman"/>
                <a:cs typeface="Times New Roman"/>
              </a:rPr>
              <a:t>1DB24CS054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965961"/>
            <a:ext cx="5747385" cy="654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ACKNOWLEDGEMENT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satisfaction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euphoria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accompany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completion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be </a:t>
            </a:r>
            <a:r>
              <a:rPr sz="1200" spc="-10" dirty="0">
                <a:latin typeface="Times New Roman"/>
                <a:cs typeface="Times New Roman"/>
              </a:rPr>
              <a:t>incomplete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made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epitome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hard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perseverance,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steadfast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encouraging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guidance.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065" indent="456565" algn="just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So,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gratitude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acknowledge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those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whose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guidance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encouragement </a:t>
            </a:r>
            <a:r>
              <a:rPr sz="1200" dirty="0">
                <a:latin typeface="Times New Roman"/>
                <a:cs typeface="Times New Roman"/>
              </a:rPr>
              <a:t>served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beacon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light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crowned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436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 the timely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due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interest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persuasion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coordinator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Ms.</a:t>
            </a:r>
            <a:r>
              <a:rPr sz="1200" b="1" spc="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Sinchana</a:t>
            </a:r>
            <a:r>
              <a:rPr sz="1200" b="1" spc="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P,</a:t>
            </a:r>
            <a:r>
              <a:rPr sz="1200" b="1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Assistant </a:t>
            </a:r>
            <a:r>
              <a:rPr sz="1200" dirty="0">
                <a:latin typeface="Times New Roman"/>
                <a:cs typeface="Times New Roman"/>
              </a:rPr>
              <a:t>Professor,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Engineering.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remember</a:t>
            </a:r>
            <a:r>
              <a:rPr sz="1200" spc="4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his </a:t>
            </a:r>
            <a:r>
              <a:rPr sz="1200" dirty="0">
                <a:latin typeface="Times New Roman"/>
                <a:cs typeface="Times New Roman"/>
              </a:rPr>
              <a:t>contribution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ever.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1430" indent="456565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sincerely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thank,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Dr.</a:t>
            </a:r>
            <a:r>
              <a:rPr sz="1200" b="1" spc="2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2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2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ShivaKumar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Professor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Head,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constant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driving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force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behind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completion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7620" indent="456565" algn="just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beloved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Principal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Dr.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Nagabhushana,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constant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support </a:t>
            </a:r>
            <a:r>
              <a:rPr sz="1200" spc="-10" dirty="0">
                <a:latin typeface="Times New Roman"/>
                <a:cs typeface="Times New Roman"/>
              </a:rPr>
              <a:t>throughout.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indebted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Management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Bosco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Institute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Technology,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Bengaluru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project.</a:t>
            </a:r>
            <a:endParaRPr sz="1200">
              <a:latin typeface="Times New Roman"/>
              <a:cs typeface="Times New Roman"/>
            </a:endParaRPr>
          </a:p>
          <a:p>
            <a:pPr marL="12700" marR="41275" indent="38100">
              <a:lnSpc>
                <a:spcPts val="208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Also,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teaching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non-</a:t>
            </a:r>
            <a:r>
              <a:rPr sz="1200" dirty="0">
                <a:latin typeface="Times New Roman"/>
                <a:cs typeface="Times New Roman"/>
              </a:rPr>
              <a:t>teaching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staff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Department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Science</a:t>
            </a:r>
            <a:r>
              <a:rPr sz="1200" spc="-50" dirty="0">
                <a:latin typeface="Times New Roman"/>
                <a:cs typeface="Times New Roman"/>
              </a:rPr>
              <a:t> &amp;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rendered.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96183" y="7835645"/>
            <a:ext cx="1141095" cy="1076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43600"/>
              </a:lnSpc>
              <a:spcBef>
                <a:spcPts val="105"/>
              </a:spcBef>
            </a:pPr>
            <a:r>
              <a:rPr sz="1200" b="1" dirty="0">
                <a:latin typeface="Times New Roman"/>
                <a:cs typeface="Times New Roman"/>
              </a:rPr>
              <a:t>HARSHA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H </a:t>
            </a:r>
            <a:r>
              <a:rPr sz="1200" b="1" dirty="0">
                <a:latin typeface="Times New Roman"/>
                <a:cs typeface="Times New Roman"/>
              </a:rPr>
              <a:t>CHANDANA</a:t>
            </a:r>
            <a:r>
              <a:rPr sz="1200" b="1" spc="-85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B </a:t>
            </a:r>
            <a:r>
              <a:rPr sz="1200" b="1" dirty="0">
                <a:latin typeface="Times New Roman"/>
                <a:cs typeface="Times New Roman"/>
              </a:rPr>
              <a:t>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 </a:t>
            </a:r>
            <a:r>
              <a:rPr sz="1200" b="1" spc="-20" dirty="0">
                <a:latin typeface="Times New Roman"/>
                <a:cs typeface="Times New Roman"/>
              </a:rPr>
              <a:t>BHARGAVI </a:t>
            </a:r>
            <a:r>
              <a:rPr sz="1200" b="1" dirty="0">
                <a:latin typeface="Times New Roman"/>
                <a:cs typeface="Times New Roman"/>
              </a:rPr>
              <a:t>LAKSHMI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3065" y="7835645"/>
            <a:ext cx="868680" cy="107696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spc="-10" dirty="0">
                <a:latin typeface="Times New Roman"/>
                <a:cs typeface="Times New Roman"/>
              </a:rPr>
              <a:t>1DB23CS037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1DB23CS021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1DB24CS072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1DB24CS054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57860"/>
            <a:ext cx="6656705" cy="333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ABSTRACT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139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QR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smart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automate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educational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institutions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organizations.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Traditional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methods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time-</a:t>
            </a:r>
            <a:r>
              <a:rPr sz="1200" dirty="0">
                <a:latin typeface="Times New Roman"/>
                <a:cs typeface="Times New Roman"/>
              </a:rPr>
              <a:t>consuming,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human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difficult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numbers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employees.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QR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digitize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attendance </a:t>
            </a:r>
            <a:r>
              <a:rPr sz="1200" dirty="0">
                <a:latin typeface="Times New Roman"/>
                <a:cs typeface="Times New Roman"/>
              </a:rPr>
              <a:t>process.In this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 each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 session.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employees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scan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mobile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scanner,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automatically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 </a:t>
            </a:r>
            <a:r>
              <a:rPr sz="1200" dirty="0">
                <a:latin typeface="Times New Roman"/>
                <a:cs typeface="Times New Roman"/>
              </a:rPr>
              <a:t>along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fast,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while </a:t>
            </a:r>
            <a:r>
              <a:rPr sz="1200" dirty="0">
                <a:latin typeface="Times New Roman"/>
                <a:cs typeface="Times New Roman"/>
              </a:rPr>
              <a:t>reducing paperwork 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 effort.The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 includes modules such as student management,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QR </a:t>
            </a:r>
            <a:r>
              <a:rPr sz="1200" spc="-20" dirty="0">
                <a:latin typeface="Times New Roman"/>
                <a:cs typeface="Times New Roman"/>
              </a:rPr>
              <a:t>code </a:t>
            </a:r>
            <a:r>
              <a:rPr sz="1200" dirty="0">
                <a:latin typeface="Times New Roman"/>
                <a:cs typeface="Times New Roman"/>
              </a:rPr>
              <a:t>generation,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recording,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generation,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admin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attendance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records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efficiently,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enabling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quick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retrieval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monitoring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 </a:t>
            </a:r>
            <a:r>
              <a:rPr sz="1200" spc="-10" dirty="0">
                <a:latin typeface="Times New Roman"/>
                <a:cs typeface="Times New Roman"/>
              </a:rPr>
              <a:t>administrators</a:t>
            </a:r>
            <a:r>
              <a:rPr sz="1200" dirty="0">
                <a:latin typeface="Times New Roman"/>
                <a:cs typeface="Times New Roman"/>
              </a:rPr>
              <a:t> or faculty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members.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0960" y="959865"/>
            <a:ext cx="8890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CHAPTER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88107" y="442976"/>
            <a:ext cx="21958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TABLE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CONTENTS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4490" y="997966"/>
            <a:ext cx="1153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DESCRIPTIONS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5590" y="650595"/>
            <a:ext cx="405765" cy="50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5080" indent="-71755">
              <a:lnSpc>
                <a:spcPct val="143800"/>
              </a:lnSpc>
              <a:spcBef>
                <a:spcPts val="100"/>
              </a:spcBef>
            </a:pPr>
            <a:r>
              <a:rPr sz="1100" b="1" spc="-35" dirty="0">
                <a:latin typeface="Times New Roman"/>
                <a:cs typeface="Times New Roman"/>
              </a:rPr>
              <a:t>PAGE </a:t>
            </a:r>
            <a:r>
              <a:rPr sz="1100" b="1" spc="-25" dirty="0">
                <a:latin typeface="Times New Roman"/>
                <a:cs typeface="Times New Roman"/>
              </a:rPr>
              <a:t>NO.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0989" y="5855588"/>
            <a:ext cx="3642995" cy="79444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lvl="1">
              <a:lnSpc>
                <a:spcPct val="100000"/>
              </a:lnSpc>
              <a:spcBef>
                <a:spcPts val="675"/>
              </a:spcBef>
              <a:buSzPct val="91666"/>
              <a:tabLst>
                <a:tab pos="469265" algn="l"/>
              </a:tabLst>
            </a:pPr>
            <a:r>
              <a:rPr lang="en-US" sz="1200" b="1" dirty="0">
                <a:latin typeface="Times New Roman"/>
                <a:cs typeface="Times New Roman"/>
                <a:hlinkClick r:id="rId2" action="ppaction://hlinksldjump"/>
              </a:rPr>
              <a:t>3.1       </a:t>
            </a:r>
            <a:r>
              <a:rPr sz="1200" b="1" dirty="0">
                <a:latin typeface="Times New Roman"/>
                <a:cs typeface="Times New Roman"/>
                <a:hlinkClick r:id="rId2" action="ppaction://hlinksldjump"/>
              </a:rPr>
              <a:t>LANGUAGE</a:t>
            </a:r>
            <a:r>
              <a:rPr sz="1200" b="1" spc="-25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200" b="1" dirty="0">
                <a:latin typeface="Times New Roman"/>
                <a:cs typeface="Times New Roman"/>
                <a:hlinkClick r:id="rId2" action="ppaction://hlinksldjump"/>
              </a:rPr>
              <a:t>USED</a:t>
            </a:r>
            <a:r>
              <a:rPr sz="1200" b="1" spc="-3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200" b="1" dirty="0">
                <a:latin typeface="Times New Roman"/>
                <a:cs typeface="Times New Roman"/>
                <a:hlinkClick r:id="rId2" action="ppaction://hlinksldjump"/>
              </a:rPr>
              <a:t>FOR</a:t>
            </a:r>
            <a:r>
              <a:rPr sz="1200" b="1" spc="-3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200" b="1" spc="-10" dirty="0">
                <a:latin typeface="Times New Roman"/>
                <a:cs typeface="Times New Roman"/>
                <a:hlinkClick r:id="rId2" action="ppaction://hlinksldjump"/>
              </a:rPr>
              <a:t>IMPLEMENTATION</a:t>
            </a:r>
            <a:endParaRPr sz="1200" dirty="0">
              <a:latin typeface="Times New Roman"/>
              <a:cs typeface="Times New Roman"/>
            </a:endParaRPr>
          </a:p>
          <a:p>
            <a:pPr marL="12700" lvl="1">
              <a:lnSpc>
                <a:spcPct val="100000"/>
              </a:lnSpc>
              <a:spcBef>
                <a:spcPts val="575"/>
              </a:spcBef>
              <a:buSzPct val="91666"/>
              <a:tabLst>
                <a:tab pos="463550" algn="l"/>
              </a:tabLst>
            </a:pPr>
            <a:r>
              <a:rPr lang="en-US" sz="1200" b="1" dirty="0">
                <a:latin typeface="Times New Roman"/>
                <a:cs typeface="Times New Roman"/>
              </a:rPr>
              <a:t>3.2       </a:t>
            </a:r>
            <a:r>
              <a:rPr sz="1200" b="1" dirty="0">
                <a:latin typeface="Times New Roman"/>
                <a:cs typeface="Times New Roman"/>
              </a:rPr>
              <a:t>PLATFORM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USED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IMPLEMENTATION</a:t>
            </a:r>
            <a:endParaRPr sz="1200" dirty="0">
              <a:latin typeface="Times New Roman"/>
              <a:cs typeface="Times New Roman"/>
            </a:endParaRPr>
          </a:p>
          <a:p>
            <a:pPr marL="12700" lvl="1">
              <a:lnSpc>
                <a:spcPct val="100000"/>
              </a:lnSpc>
              <a:spcBef>
                <a:spcPts val="575"/>
              </a:spcBef>
              <a:buSzPct val="91666"/>
              <a:tabLst>
                <a:tab pos="463550" algn="l"/>
              </a:tabLst>
            </a:pPr>
            <a:r>
              <a:rPr lang="en-US" sz="1200" b="1" spc="-10" dirty="0">
                <a:latin typeface="Times New Roman"/>
                <a:cs typeface="Times New Roman"/>
                <a:hlinkClick r:id="rId3" action="ppaction://hlinksldjump"/>
              </a:rPr>
              <a:t>3.3       </a:t>
            </a:r>
            <a:r>
              <a:rPr sz="1200" b="1" spc="-10" dirty="0">
                <a:latin typeface="Times New Roman"/>
                <a:cs typeface="Times New Roman"/>
                <a:hlinkClick r:id="rId3" action="ppaction://hlinksldjump"/>
              </a:rPr>
              <a:t>SNAPSHOTS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1517" y="5855588"/>
            <a:ext cx="551182" cy="7937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75"/>
              </a:spcBef>
            </a:pPr>
            <a:r>
              <a:rPr lang="en-US" sz="1200" b="1" spc="-50" dirty="0">
                <a:latin typeface="Times New Roman"/>
                <a:cs typeface="Times New Roman"/>
              </a:rPr>
              <a:t>5</a:t>
            </a:r>
            <a:endParaRPr sz="1200" dirty="0">
              <a:latin typeface="Times New Roman"/>
              <a:cs typeface="Times New Roman"/>
            </a:endParaRPr>
          </a:p>
          <a:p>
            <a:pPr marR="13970" algn="r">
              <a:lnSpc>
                <a:spcPct val="100000"/>
              </a:lnSpc>
              <a:spcBef>
                <a:spcPts val="575"/>
              </a:spcBef>
            </a:pPr>
            <a:r>
              <a:rPr lang="en-US" sz="1200" b="1" spc="-10" dirty="0">
                <a:latin typeface="Times New Roman"/>
                <a:cs typeface="Times New Roman"/>
              </a:rPr>
              <a:t>5</a:t>
            </a:r>
            <a:r>
              <a:rPr sz="1200" b="1" spc="-10" dirty="0">
                <a:latin typeface="Times New Roman"/>
                <a:cs typeface="Times New Roman"/>
              </a:rPr>
              <a:t>-</a:t>
            </a:r>
            <a:r>
              <a:rPr sz="1200" b="1" spc="-25" dirty="0">
                <a:latin typeface="Times New Roman"/>
                <a:cs typeface="Times New Roman"/>
              </a:rPr>
              <a:t>2</a:t>
            </a:r>
            <a:r>
              <a:rPr lang="en-US" sz="1200" b="1" spc="-25" dirty="0">
                <a:latin typeface="Times New Roman"/>
                <a:cs typeface="Times New Roman"/>
              </a:rPr>
              <a:t>6</a:t>
            </a:r>
            <a:endParaRPr sz="1200" dirty="0">
              <a:latin typeface="Times New Roman"/>
              <a:cs typeface="Times New Roman"/>
            </a:endParaRPr>
          </a:p>
          <a:p>
            <a:pPr marR="13970" algn="r">
              <a:lnSpc>
                <a:spcPct val="100000"/>
              </a:lnSpc>
              <a:spcBef>
                <a:spcPts val="575"/>
              </a:spcBef>
            </a:pPr>
            <a:r>
              <a:rPr sz="1200" b="1" spc="-10" dirty="0">
                <a:latin typeface="Times New Roman"/>
                <a:cs typeface="Times New Roman"/>
              </a:rPr>
              <a:t>2</a:t>
            </a:r>
            <a:r>
              <a:rPr lang="en-US" sz="1200" b="1" spc="-10" dirty="0">
                <a:latin typeface="Times New Roman"/>
                <a:cs typeface="Times New Roman"/>
              </a:rPr>
              <a:t>7</a:t>
            </a:r>
            <a:r>
              <a:rPr sz="1200" b="1" spc="-10" dirty="0">
                <a:latin typeface="Times New Roman"/>
                <a:cs typeface="Times New Roman"/>
              </a:rPr>
              <a:t>-</a:t>
            </a:r>
            <a:r>
              <a:rPr lang="en-US" sz="1200" b="1" spc="-35" dirty="0">
                <a:latin typeface="Times New Roman"/>
                <a:cs typeface="Times New Roman"/>
              </a:rPr>
              <a:t>30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0960" y="6945248"/>
            <a:ext cx="958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0989" y="6934200"/>
            <a:ext cx="30441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imes New Roman"/>
                <a:cs typeface="Times New Roman"/>
              </a:rPr>
              <a:t>CONCLUSION</a:t>
            </a:r>
            <a:r>
              <a:rPr sz="1100" b="1" spc="-20" dirty="0">
                <a:latin typeface="Times New Roman"/>
                <a:cs typeface="Times New Roman"/>
              </a:rPr>
              <a:t> AND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FUTURE </a:t>
            </a:r>
            <a:r>
              <a:rPr sz="1100" b="1" spc="-10" dirty="0">
                <a:latin typeface="Times New Roman"/>
                <a:cs typeface="Times New Roman"/>
              </a:rPr>
              <a:t>ENHANCEMENT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81800" y="7239000"/>
            <a:ext cx="20319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3</a:t>
            </a:r>
            <a:r>
              <a:rPr lang="en-US" sz="1200" b="1" spc="-25" dirty="0"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0989" y="7101840"/>
            <a:ext cx="2435225" cy="55372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lvl="1">
              <a:lnSpc>
                <a:spcPct val="100000"/>
              </a:lnSpc>
              <a:spcBef>
                <a:spcPts val="740"/>
              </a:spcBef>
              <a:tabLst>
                <a:tab pos="469265" algn="l"/>
              </a:tabLst>
            </a:pPr>
            <a:r>
              <a:rPr lang="en-US" sz="1200" b="1" spc="-10" dirty="0">
                <a:latin typeface="Times New Roman"/>
                <a:cs typeface="Times New Roman"/>
              </a:rPr>
              <a:t>4.1       </a:t>
            </a:r>
            <a:r>
              <a:rPr sz="1200" b="1" spc="-10" dirty="0">
                <a:latin typeface="Times New Roman"/>
                <a:cs typeface="Times New Roman"/>
              </a:rPr>
              <a:t>CONCLUSION</a:t>
            </a:r>
            <a:endParaRPr sz="1200" dirty="0">
              <a:latin typeface="Times New Roman"/>
              <a:cs typeface="Times New Roman"/>
            </a:endParaRPr>
          </a:p>
          <a:p>
            <a:pPr marL="12700" lvl="1">
              <a:lnSpc>
                <a:spcPct val="100000"/>
              </a:lnSpc>
              <a:spcBef>
                <a:spcPts val="635"/>
              </a:spcBef>
              <a:tabLst>
                <a:tab pos="469265" algn="l"/>
              </a:tabLst>
            </a:pPr>
            <a:r>
              <a:rPr lang="en-US" sz="1200" b="1" dirty="0">
                <a:latin typeface="Times New Roman"/>
                <a:cs typeface="Times New Roman"/>
              </a:rPr>
              <a:t>4.2       </a:t>
            </a:r>
            <a:r>
              <a:rPr sz="1200" b="1" dirty="0">
                <a:latin typeface="Times New Roman"/>
                <a:cs typeface="Times New Roman"/>
              </a:rPr>
              <a:t>FUTURE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ENHANCEMENTS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1673" y="7632369"/>
            <a:ext cx="5287011" cy="4591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794250">
              <a:lnSpc>
                <a:spcPct val="100000"/>
              </a:lnSpc>
              <a:spcBef>
                <a:spcPts val="400"/>
              </a:spcBef>
            </a:pPr>
            <a:r>
              <a:rPr sz="1200" b="1" spc="-25" dirty="0">
                <a:latin typeface="Times New Roman"/>
                <a:cs typeface="Times New Roman"/>
              </a:rPr>
              <a:t>3</a:t>
            </a:r>
            <a:r>
              <a:rPr lang="en-US" sz="1200" b="1" spc="-25" dirty="0"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b="1" spc="-10" dirty="0">
                <a:latin typeface="Times New Roman"/>
                <a:cs typeface="Times New Roman"/>
              </a:rPr>
              <a:t>REFERENCES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...................................................................................</a:t>
            </a:r>
            <a:r>
              <a:rPr sz="1200" b="1" spc="-16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3</a:t>
            </a:r>
            <a:r>
              <a:rPr lang="en-US" sz="1200" b="1" spc="-25" dirty="0"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637970"/>
              </p:ext>
            </p:extLst>
          </p:nvPr>
        </p:nvGraphicFramePr>
        <p:xfrm>
          <a:off x="886002" y="1206865"/>
          <a:ext cx="6061073" cy="4648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5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215">
                <a:tc>
                  <a:txBody>
                    <a:bodyPr/>
                    <a:lstStyle/>
                    <a:p>
                      <a:pPr marL="6350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DECLARATION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8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ACKNOWLEDGEMENT……………………………………………............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726440" marR="146685" algn="just">
                        <a:lnSpc>
                          <a:spcPct val="1436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ABSTRACT…………………………………………………………………….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FIGURES…………………………………………………………....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ii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204470" marR="51435" algn="just">
                        <a:lnSpc>
                          <a:spcPct val="143600"/>
                        </a:lnSpc>
                      </a:pP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iii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iv 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115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INTRODUCTION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5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726440" algn="l"/>
                        </a:tabLst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1.1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AIM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422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726440" algn="l"/>
                        </a:tabLst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1.2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1422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726440" algn="l"/>
                        </a:tabLst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1.3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MOTIVATION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OBJECTIVES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PROJECT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2255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35"/>
                        </a:spcBef>
                        <a:tabLst>
                          <a:tab pos="726440" algn="l"/>
                        </a:tabLst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1.4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ADVANTAGES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1149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2.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DESIGN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1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726440" algn="l"/>
                        </a:tabLst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2.1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SCHEMA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DIAGRAM</a:t>
                      </a:r>
                      <a:endParaRPr lang="en-US" sz="1200" b="1" spc="-10" dirty="0">
                        <a:latin typeface="Times New Roman"/>
                        <a:cs typeface="Times New Roman"/>
                      </a:endParaRPr>
                    </a:p>
                    <a:p>
                      <a:pPr marL="269240"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726440" algn="l"/>
                        </a:tabLst>
                      </a:pPr>
                      <a:r>
                        <a:rPr lang="en-US" sz="1200" b="1" spc="-10" dirty="0">
                          <a:latin typeface="Times New Roman"/>
                          <a:cs typeface="Times New Roman"/>
                        </a:rPr>
                        <a:t>2.2       ER DIAGRAM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1100" b="1" spc="-50" dirty="0">
                        <a:latin typeface="Times New Roman"/>
                        <a:cs typeface="Times New Roman"/>
                      </a:endParaRPr>
                    </a:p>
                    <a:p>
                      <a:pPr marL="749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1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260"/>
                        </a:lnSpc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69240">
                        <a:lnSpc>
                          <a:spcPts val="13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1279" y="657860"/>
            <a:ext cx="17583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LIST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FIGURES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338122"/>
              </p:ext>
            </p:extLst>
          </p:nvPr>
        </p:nvGraphicFramePr>
        <p:xfrm>
          <a:off x="1373595" y="1309978"/>
          <a:ext cx="5355640" cy="50286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613">
                <a:tc>
                  <a:txBody>
                    <a:bodyPr/>
                    <a:lstStyle/>
                    <a:p>
                      <a:pPr marL="31750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0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lang="en-US" sz="1400" b="1" spc="-20" dirty="0">
                        <a:latin typeface="Times New Roman"/>
                        <a:cs typeface="Times New Roman"/>
                      </a:endParaRPr>
                    </a:p>
                    <a:p>
                      <a:pPr marL="1301750">
                        <a:lnSpc>
                          <a:spcPts val="1530"/>
                        </a:lnSpc>
                      </a:pPr>
                      <a:endParaRPr lang="en-US" sz="1400" b="1" spc="-2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 algn="ctr">
                        <a:lnSpc>
                          <a:spcPts val="131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Pg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09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2.1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 marL="1301750" algn="just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Schema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948">
                <a:tc>
                  <a:txBody>
                    <a:bodyPr/>
                    <a:lstStyle/>
                    <a:p>
                      <a:pPr marL="31750">
                        <a:lnSpc>
                          <a:spcPct val="150000"/>
                        </a:lnSpc>
                        <a:spcBef>
                          <a:spcPts val="26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301750" algn="just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16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01750" algn="just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Admin portal</a:t>
                      </a:r>
                    </a:p>
                    <a:p>
                      <a:pPr marL="1301750" algn="just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2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01750" algn="just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05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3.17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301750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Admin control panel</a:t>
                      </a:r>
                      <a:endParaRPr lang="en-US" sz="1200" spc="-20" dirty="0">
                        <a:latin typeface="Times New Roman"/>
                        <a:cs typeface="Times New Roman"/>
                      </a:endParaRPr>
                    </a:p>
                    <a:p>
                      <a:pPr marL="1301750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lang="en-US" sz="1200" spc="-20" dirty="0">
                        <a:latin typeface="Times New Roman"/>
                        <a:cs typeface="Times New Roman"/>
                      </a:endParaRPr>
                    </a:p>
                    <a:p>
                      <a:pPr marL="1301750" algn="just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lang="en-US" sz="1200" spc="-2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200" spc="-25" dirty="0">
                          <a:latin typeface="Times New Roman"/>
                          <a:cs typeface="Times New Roman"/>
                        </a:rPr>
                        <a:t>27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3.18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Attendance board</a:t>
                      </a:r>
                      <a:endParaRPr lang="en-US" sz="1200" spc="-20" dirty="0">
                        <a:latin typeface="Times New Roman"/>
                        <a:cs typeface="Times New Roman"/>
                      </a:endParaRPr>
                    </a:p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lang="en-US" sz="1200" spc="-20" dirty="0">
                        <a:latin typeface="Times New Roman"/>
                        <a:cs typeface="Times New Roman"/>
                      </a:endParaRPr>
                    </a:p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200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3.19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200" spc="-20" dirty="0">
                          <a:latin typeface="Times New Roman"/>
                          <a:cs typeface="Times New Roman"/>
                        </a:rPr>
                        <a:t>Class generator</a:t>
                      </a:r>
                    </a:p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lang="en-US" sz="1200" spc="-20" dirty="0">
                        <a:latin typeface="Times New Roman"/>
                        <a:cs typeface="Times New Roman"/>
                      </a:endParaRPr>
                    </a:p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200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5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3.20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30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Registration list</a:t>
                      </a:r>
                    </a:p>
                    <a:p>
                      <a:pPr marL="130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lang="en-US" sz="1200" dirty="0">
                        <a:latin typeface="Times New Roman"/>
                        <a:cs typeface="Times New Roman"/>
                      </a:endParaRPr>
                    </a:p>
                    <a:p>
                      <a:pPr marL="130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200" spc="-25" dirty="0">
                          <a:latin typeface="Times New Roman"/>
                          <a:cs typeface="Times New Roman"/>
                        </a:rPr>
                        <a:t>29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3.21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lang="en-US" sz="1200" spc="-20" dirty="0">
                          <a:latin typeface="Times New Roman"/>
                          <a:cs typeface="Times New Roman"/>
                        </a:rPr>
                        <a:t>Attendance ledger</a:t>
                      </a:r>
                    </a:p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lang="en-US" sz="1200" spc="-20" dirty="0">
                        <a:latin typeface="Times New Roman"/>
                        <a:cs typeface="Times New Roman"/>
                      </a:endParaRPr>
                    </a:p>
                    <a:p>
                      <a:pPr marL="130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lang="en-US" sz="1200" spc="-25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2597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200" spc="-10" dirty="0">
                          <a:latin typeface="Times New Roman"/>
                          <a:cs typeface="Times New Roman"/>
                        </a:rPr>
                        <a:t>3.22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301750">
                        <a:lnSpc>
                          <a:spcPts val="1360"/>
                        </a:lnSpc>
                        <a:spcBef>
                          <a:spcPts val="215"/>
                        </a:spcBef>
                      </a:pPr>
                      <a:r>
                        <a:rPr lang="en-US" sz="1200" dirty="0">
                          <a:latin typeface="Times New Roman"/>
                          <a:cs typeface="Times New Roman"/>
                        </a:rPr>
                        <a:t>Identity confirmation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ts val="1360"/>
                        </a:lnSpc>
                        <a:spcBef>
                          <a:spcPts val="215"/>
                        </a:spcBef>
                      </a:pPr>
                      <a:r>
                        <a:rPr lang="en-US" sz="12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314" y="925957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9080" y="958341"/>
            <a:ext cx="1022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CHAPTER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9080" y="1172311"/>
            <a:ext cx="5748020" cy="772985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160270">
              <a:lnSpc>
                <a:spcPct val="100000"/>
              </a:lnSpc>
              <a:spcBef>
                <a:spcPts val="830"/>
              </a:spcBef>
            </a:pPr>
            <a:r>
              <a:rPr sz="1400" b="1" spc="-10" dirty="0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400" b="1" dirty="0">
                <a:latin typeface="Times New Roman"/>
                <a:cs typeface="Times New Roman"/>
              </a:rPr>
              <a:t>1.1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 indent="456565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"Adventure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Booker"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streamline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planning,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exploring,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experiences.</a:t>
            </a:r>
            <a:r>
              <a:rPr sz="1200" spc="-25" dirty="0">
                <a:latin typeface="Times New Roman"/>
                <a:cs typeface="Times New Roman"/>
              </a:rPr>
              <a:t> In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tourism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industry,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travelers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increasingly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unique,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thrill-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trekking,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scuba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paragliding,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wildlife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safaris.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traditional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platforms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lack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specialized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tailored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 </a:t>
            </a:r>
            <a:r>
              <a:rPr sz="1200" dirty="0">
                <a:latin typeface="Times New Roman"/>
                <a:cs typeface="Times New Roman"/>
              </a:rPr>
              <a:t>sports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replace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traditional,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fragmented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booking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centralized,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friendly,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robust relational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(RDBMS)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backend,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seamless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thrill-</a:t>
            </a:r>
            <a:r>
              <a:rPr sz="1200" dirty="0">
                <a:latin typeface="Times New Roman"/>
                <a:cs typeface="Times New Roman"/>
              </a:rPr>
              <a:t>seekers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coordinators.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efficiently </a:t>
            </a:r>
            <a:r>
              <a:rPr sz="1200" dirty="0">
                <a:latin typeface="Times New Roman"/>
                <a:cs typeface="Times New Roman"/>
              </a:rPr>
              <a:t>handles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intricate data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involving user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profiles, adventure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packages, dynamic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pricing, 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slot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availability,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allocations,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implementing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constraints,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keys,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integrity,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eliminates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redundancy,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optimizes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performance. </a:t>
            </a:r>
            <a:r>
              <a:rPr sz="1200" dirty="0">
                <a:latin typeface="Times New Roman"/>
                <a:cs typeface="Times New Roman"/>
              </a:rPr>
              <a:t>Ultimately,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Booker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reduces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administrative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overhead,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prevents </a:t>
            </a:r>
            <a:r>
              <a:rPr sz="1200" dirty="0">
                <a:latin typeface="Times New Roman"/>
                <a:cs typeface="Times New Roman"/>
              </a:rPr>
              <a:t>overbooking,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reliable,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transparent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organize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next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160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aim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called Adventure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allows: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Guides/Admins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packages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view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 </a:t>
            </a:r>
            <a:r>
              <a:rPr sz="1200" spc="-20" dirty="0">
                <a:latin typeface="Times New Roman"/>
                <a:cs typeface="Times New Roman"/>
              </a:rPr>
              <a:t>tours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online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tours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314" y="925639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9080" y="892810"/>
            <a:ext cx="5704840" cy="3155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1.2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PROBLEM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STATEMENT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4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adventure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tour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booking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mostly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time-consuming.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100" dirty="0">
                <a:latin typeface="Times New Roman"/>
                <a:cs typeface="Times New Roman"/>
              </a:rPr>
              <a:t>Customers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face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difficulties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  <a:p>
            <a:pPr marL="12700" marR="3669665">
              <a:lnSpc>
                <a:spcPts val="1910"/>
              </a:lnSpc>
              <a:spcBef>
                <a:spcPts val="150"/>
              </a:spcBef>
            </a:pPr>
            <a:r>
              <a:rPr sz="1100" spc="-10" dirty="0">
                <a:latin typeface="Times New Roman"/>
                <a:cs typeface="Times New Roman"/>
              </a:rPr>
              <a:t>Finding</a:t>
            </a:r>
            <a:r>
              <a:rPr sz="1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suitable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packages </a:t>
            </a:r>
            <a:r>
              <a:rPr sz="1100" dirty="0">
                <a:latin typeface="Times New Roman"/>
                <a:cs typeface="Times New Roman"/>
              </a:rPr>
              <a:t>Comparing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tour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details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100" dirty="0">
                <a:latin typeface="Times New Roman"/>
                <a:cs typeface="Times New Roman"/>
              </a:rPr>
              <a:t>Booking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tours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quickly</a:t>
            </a:r>
            <a:endParaRPr sz="1100">
              <a:latin typeface="Times New Roman"/>
              <a:cs typeface="Times New Roman"/>
            </a:endParaRPr>
          </a:p>
          <a:p>
            <a:pPr marL="12700" marR="3764279">
              <a:lnSpc>
                <a:spcPct val="142700"/>
              </a:lnSpc>
              <a:spcBef>
                <a:spcPts val="50"/>
              </a:spcBef>
            </a:pPr>
            <a:r>
              <a:rPr sz="1100" dirty="0">
                <a:latin typeface="Times New Roman"/>
                <a:cs typeface="Times New Roman"/>
              </a:rPr>
              <a:t>Managing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bookings </a:t>
            </a:r>
            <a:r>
              <a:rPr sz="1100" dirty="0">
                <a:latin typeface="Times New Roman"/>
                <a:cs typeface="Times New Roman"/>
              </a:rPr>
              <a:t>Tour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  <a:p>
            <a:pPr marL="12700" marR="4180204">
              <a:lnSpc>
                <a:spcPts val="1910"/>
              </a:lnSpc>
              <a:spcBef>
                <a:spcPts val="150"/>
              </a:spcBef>
            </a:pPr>
            <a:r>
              <a:rPr sz="1100" spc="-10" dirty="0">
                <a:latin typeface="Times New Roman"/>
                <a:cs typeface="Times New Roman"/>
              </a:rPr>
              <a:t>Managing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 information </a:t>
            </a:r>
            <a:r>
              <a:rPr sz="1100" dirty="0">
                <a:latin typeface="Times New Roman"/>
                <a:cs typeface="Times New Roman"/>
              </a:rPr>
              <a:t>Updating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tour</a:t>
            </a:r>
            <a:r>
              <a:rPr sz="1100" spc="-10" dirty="0">
                <a:latin typeface="Times New Roman"/>
                <a:cs typeface="Times New Roman"/>
              </a:rPr>
              <a:t> packages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100" dirty="0">
                <a:latin typeface="Times New Roman"/>
                <a:cs typeface="Times New Roman"/>
              </a:rPr>
              <a:t>Maintaining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booking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manually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Hence,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centralized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simplify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100" dirty="0">
                <a:latin typeface="Times New Roman"/>
                <a:cs typeface="Times New Roman"/>
              </a:rPr>
              <a:t>adventure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tour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booking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operations.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9080" y="5011038"/>
            <a:ext cx="4659630" cy="4241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1.3</a:t>
            </a:r>
            <a:r>
              <a:rPr sz="1400" b="1" spc="-10" dirty="0">
                <a:latin typeface="Times New Roman"/>
                <a:cs typeface="Times New Roman"/>
              </a:rPr>
              <a:t> MOTIVATION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OBJECTIVES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PROJECT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booking.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registration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facilities.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guides/admins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tours.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including: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&gt;Tour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Name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30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&gt;Location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30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&gt;Price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30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&gt;Duration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30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&gt;Description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30" dirty="0">
                <a:latin typeface="Times New Roman"/>
                <a:cs typeface="Times New Roman"/>
              </a:rPr>
              <a:t>-</a:t>
            </a:r>
            <a:r>
              <a:rPr sz="1200" spc="-10" dirty="0">
                <a:latin typeface="Times New Roman"/>
                <a:cs typeface="Times New Roman"/>
              </a:rPr>
              <a:t>&gt;Images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&gt;View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tours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&gt;Book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tours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3314" y="925830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9080" y="389648"/>
            <a:ext cx="4470400" cy="12604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&gt;Make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&gt;View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tours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friendly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attractive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interface.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9080" y="1965706"/>
            <a:ext cx="5718175" cy="209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Limitations: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&gt;Limited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Scalability</a:t>
            </a:r>
            <a:endParaRPr sz="1200">
              <a:latin typeface="Times New Roman"/>
              <a:cs typeface="Times New Roman"/>
            </a:endParaRPr>
          </a:p>
          <a:p>
            <a:pPr marL="12700" marR="5080" indent="227965">
              <a:lnSpc>
                <a:spcPts val="2080"/>
              </a:lnSpc>
              <a:spcBef>
                <a:spcPts val="160"/>
              </a:spcBef>
            </a:pP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academic/mini-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number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platform.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&gt;Basic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Interface</a:t>
            </a:r>
            <a:endParaRPr sz="1200">
              <a:latin typeface="Times New Roman"/>
              <a:cs typeface="Times New Roman"/>
            </a:endParaRPr>
          </a:p>
          <a:p>
            <a:pPr marL="12700" marR="8890" indent="227965">
              <a:lnSpc>
                <a:spcPct val="143300"/>
              </a:lnSpc>
              <a:spcBef>
                <a:spcPts val="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attractive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friendly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professional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websites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9080" y="5033898"/>
            <a:ext cx="5718810" cy="3978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1.4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PROPOSED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SOLUTIONS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ADVANTAGES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manual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traditional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are: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&gt;Digital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marL="431165" marR="1737995">
              <a:lnSpc>
                <a:spcPct val="142500"/>
              </a:lnSpc>
              <a:spcBef>
                <a:spcPts val="25"/>
              </a:spcBef>
            </a:pPr>
            <a:r>
              <a:rPr sz="1200" spc="-10" dirty="0">
                <a:latin typeface="Times New Roman"/>
                <a:cs typeface="Times New Roman"/>
              </a:rPr>
              <a:t>Replaces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Reduces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paperwork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human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errors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-&gt;Centralized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</a:t>
            </a:r>
            <a:endParaRPr sz="1200">
              <a:latin typeface="Times New Roman"/>
              <a:cs typeface="Times New Roman"/>
            </a:endParaRPr>
          </a:p>
          <a:p>
            <a:pPr marL="423545" marR="362585" indent="7620">
              <a:lnSpc>
                <a:spcPct val="1433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single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&gt;Faster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</a:t>
            </a:r>
            <a:endParaRPr sz="1200">
              <a:latin typeface="Times New Roman"/>
              <a:cs typeface="Times New Roman"/>
            </a:endParaRPr>
          </a:p>
          <a:p>
            <a:pPr marL="469265" marR="699770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instantly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website </a:t>
            </a:r>
            <a:r>
              <a:rPr sz="1200" dirty="0">
                <a:latin typeface="Times New Roman"/>
                <a:cs typeface="Times New Roman"/>
              </a:rPr>
              <a:t>Saves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offline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methods</a:t>
            </a:r>
            <a:endParaRPr sz="12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-&gt;User-</a:t>
            </a:r>
            <a:r>
              <a:rPr sz="1200" dirty="0">
                <a:latin typeface="Times New Roman"/>
                <a:cs typeface="Times New Roman"/>
              </a:rPr>
              <a:t>Friendly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Interface</a:t>
            </a:r>
            <a:endParaRPr sz="12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easy-to-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packages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3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314" y="925957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9080" y="389648"/>
            <a:ext cx="5732145" cy="28378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5100320" algn="l"/>
              </a:tabLst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9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&gt;Admin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Panel</a:t>
            </a:r>
            <a:endParaRPr sz="12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Admin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place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&gt;Improved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</a:t>
            </a:r>
            <a:endParaRPr sz="12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Automated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duplication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inconsistencies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records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&gt;Better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Accessibility</a:t>
            </a:r>
            <a:endParaRPr sz="12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environment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&gt;Secure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authorized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admins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-</a:t>
            </a:r>
            <a:r>
              <a:rPr sz="1200" dirty="0">
                <a:latin typeface="Times New Roman"/>
                <a:cs typeface="Times New Roman"/>
              </a:rPr>
              <a:t>&gt;Scalable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(Future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Improvement)</a:t>
            </a:r>
            <a:endParaRPr sz="12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630"/>
              </a:spcBef>
            </a:pP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expanded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reviews,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updates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4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460" y="2844800"/>
            <a:ext cx="6054470" cy="417067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23314" y="925830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6700" y="959865"/>
            <a:ext cx="1022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CHAPTER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9080" y="1264665"/>
            <a:ext cx="360934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757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SYSTEM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DESIGN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Times New Roman"/>
                <a:cs typeface="Times New Roman"/>
              </a:rPr>
              <a:t>2.1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SCHEMA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5015" y="7401306"/>
            <a:ext cx="14135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Fig.2.1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Schema</a:t>
            </a:r>
            <a:r>
              <a:rPr sz="1100" spc="-10" dirty="0">
                <a:latin typeface="Times New Roman"/>
                <a:cs typeface="Times New Roman"/>
              </a:rPr>
              <a:t> Diagram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5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460" y="2107564"/>
            <a:ext cx="5705728" cy="38036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23314" y="925830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1162558"/>
            <a:ext cx="14662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2.2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ER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6078" y="5916548"/>
            <a:ext cx="115189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Fig.2.2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Diagram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6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314" y="925957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9080" y="869035"/>
            <a:ext cx="5746750" cy="818705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820"/>
              </a:spcBef>
            </a:pPr>
            <a:r>
              <a:rPr sz="1400" b="1" spc="-10" dirty="0">
                <a:latin typeface="Times New Roman"/>
                <a:cs typeface="Times New Roman"/>
              </a:rPr>
              <a:t>CHAPTER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400" b="1" spc="-10" dirty="0">
                <a:latin typeface="Times New Roman"/>
                <a:cs typeface="Times New Roman"/>
              </a:rPr>
              <a:t>IMPLEMENTATION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400">
              <a:latin typeface="Times New Roman"/>
              <a:cs typeface="Times New Roman"/>
            </a:endParaRPr>
          </a:p>
          <a:p>
            <a:pPr marL="280035" lvl="1" indent="-267335">
              <a:lnSpc>
                <a:spcPct val="100000"/>
              </a:lnSpc>
              <a:buFont typeface="Times New Roman"/>
              <a:buAutoNum type="arabicPeriod"/>
              <a:tabLst>
                <a:tab pos="280035" algn="l"/>
              </a:tabLst>
            </a:pPr>
            <a:r>
              <a:rPr sz="1400" b="1" dirty="0">
                <a:latin typeface="Times New Roman"/>
                <a:cs typeface="Times New Roman"/>
              </a:rPr>
              <a:t>LANGUAGE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USED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IMPLEMENTATION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7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43300"/>
              </a:lnSpc>
            </a:pPr>
            <a:r>
              <a:rPr sz="1200" b="1" dirty="0">
                <a:latin typeface="Times New Roman"/>
                <a:cs typeface="Times New Roman"/>
              </a:rPr>
              <a:t>HTML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CSS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front-</a:t>
            </a:r>
            <a:r>
              <a:rPr sz="1200" dirty="0">
                <a:latin typeface="Times New Roman"/>
                <a:cs typeface="Times New Roman"/>
              </a:rPr>
              <a:t>end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styling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booking </a:t>
            </a:r>
            <a:r>
              <a:rPr sz="1200" dirty="0">
                <a:latin typeface="Times New Roman"/>
                <a:cs typeface="Times New Roman"/>
              </a:rPr>
              <a:t>forms,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destination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cards,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dashboards.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43700"/>
              </a:lnSpc>
            </a:pPr>
            <a:r>
              <a:rPr sz="1200" b="1" dirty="0">
                <a:latin typeface="Times New Roman"/>
                <a:cs typeface="Times New Roman"/>
              </a:rPr>
              <a:t>JavaScript</a:t>
            </a:r>
            <a:r>
              <a:rPr sz="1200" dirty="0">
                <a:latin typeface="Times New Roman"/>
                <a:cs typeface="Times New Roman"/>
              </a:rPr>
              <a:t>: Adds interactive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 dynamic form validation (e.g., ensuring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travel </a:t>
            </a:r>
            <a:r>
              <a:rPr sz="1200" dirty="0">
                <a:latin typeface="Times New Roman"/>
                <a:cs typeface="Times New Roman"/>
              </a:rPr>
              <a:t>dates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valid),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pop-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alerts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asynchronous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API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(AJAX)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so </a:t>
            </a:r>
            <a:r>
              <a:rPr sz="1200" dirty="0">
                <a:latin typeface="Times New Roman"/>
                <a:cs typeface="Times New Roman"/>
              </a:rPr>
              <a:t>pages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don't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reload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submitted.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300"/>
              </a:lnSpc>
            </a:pPr>
            <a:r>
              <a:rPr sz="1200" b="1" dirty="0">
                <a:latin typeface="Times New Roman"/>
                <a:cs typeface="Times New Roman"/>
              </a:rPr>
              <a:t>PHP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backend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logic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calculating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trip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costs),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700" algn="just">
              <a:lnSpc>
                <a:spcPct val="144300"/>
              </a:lnSpc>
            </a:pPr>
            <a:r>
              <a:rPr sz="1200" b="1" dirty="0">
                <a:latin typeface="Times New Roman"/>
                <a:cs typeface="Times New Roman"/>
              </a:rPr>
              <a:t>SQL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retrieve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use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276860" lvl="1" indent="-264160">
              <a:lnSpc>
                <a:spcPct val="100000"/>
              </a:lnSpc>
              <a:buAutoNum type="arabicPeriod" startAt="2"/>
              <a:tabLst>
                <a:tab pos="27686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PLATFORM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FOR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IMPLEMENTATION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755"/>
              </a:spcBef>
            </a:pPr>
            <a:r>
              <a:rPr sz="1200" b="1" dirty="0">
                <a:latin typeface="Times New Roman"/>
                <a:cs typeface="Times New Roman"/>
              </a:rPr>
              <a:t>Database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(RDBMS):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MariaDB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(Store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destinations,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pricing).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42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Database</a:t>
            </a:r>
            <a:r>
              <a:rPr sz="1200" b="1" spc="1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Manager:</a:t>
            </a:r>
            <a:r>
              <a:rPr sz="1200" b="1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phpMyAdmin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(Accessed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XAMPP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schemas,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SQL </a:t>
            </a:r>
            <a:r>
              <a:rPr sz="1200" dirty="0">
                <a:latin typeface="Times New Roman"/>
                <a:cs typeface="Times New Roman"/>
              </a:rPr>
              <a:t>queries,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tables).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Server: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Apache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(Included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XAMPP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locally).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700" algn="just">
              <a:lnSpc>
                <a:spcPct val="143300"/>
              </a:lnSpc>
              <a:spcBef>
                <a:spcPts val="5"/>
              </a:spcBef>
            </a:pPr>
            <a:r>
              <a:rPr sz="1200" b="1" spc="-10" dirty="0">
                <a:latin typeface="Times New Roman"/>
                <a:cs typeface="Times New Roman"/>
              </a:rPr>
              <a:t>Back-</a:t>
            </a:r>
            <a:r>
              <a:rPr sz="1200" b="1" dirty="0">
                <a:latin typeface="Times New Roman"/>
                <a:cs typeface="Times New Roman"/>
              </a:rPr>
              <a:t>End</a:t>
            </a:r>
            <a:r>
              <a:rPr sz="1200" b="1" spc="1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Scripting:</a:t>
            </a:r>
            <a:r>
              <a:rPr sz="1200" b="1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(To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cancellation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Front-</a:t>
            </a:r>
            <a:r>
              <a:rPr sz="1200" b="1" dirty="0">
                <a:latin typeface="Times New Roman"/>
                <a:cs typeface="Times New Roman"/>
              </a:rPr>
              <a:t>End: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JavaScript.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7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75" y="1995170"/>
            <a:ext cx="5861050" cy="5287645"/>
          </a:xfrm>
          <a:prstGeom prst="rect">
            <a:avLst/>
          </a:prstGeom>
          <a:ln w="6094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35"/>
              </a:spcBef>
            </a:pPr>
            <a:r>
              <a:rPr sz="1200" spc="-10" dirty="0">
                <a:latin typeface="Times New Roman"/>
                <a:cs typeface="Times New Roman"/>
              </a:rPr>
              <a:t>CREATE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adventure_booker;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USE </a:t>
            </a:r>
            <a:r>
              <a:rPr sz="1200" spc="-10" dirty="0">
                <a:latin typeface="Times New Roman"/>
                <a:cs typeface="Times New Roman"/>
              </a:rPr>
              <a:t>adventure_booker;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user_id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AUTO_INCREMENT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</a:t>
            </a:r>
            <a:endParaRPr sz="1200">
              <a:latin typeface="Times New Roman"/>
              <a:cs typeface="Times New Roman"/>
            </a:endParaRPr>
          </a:p>
          <a:p>
            <a:pPr marL="224154" marR="2748915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full_name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VARCHAR(100)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NULL, email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VARCHAR(100)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UNIQUE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NULL, </a:t>
            </a:r>
            <a:r>
              <a:rPr sz="1200" dirty="0">
                <a:latin typeface="Times New Roman"/>
                <a:cs typeface="Times New Roman"/>
              </a:rPr>
              <a:t>password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VARCHAR(255)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NULL,</a:t>
            </a:r>
            <a:endParaRPr sz="1200">
              <a:latin typeface="Times New Roman"/>
              <a:cs typeface="Times New Roman"/>
            </a:endParaRPr>
          </a:p>
          <a:p>
            <a:pPr marL="224154" marR="2857500">
              <a:lnSpc>
                <a:spcPct val="143300"/>
              </a:lnSpc>
              <a:spcBef>
                <a:spcPts val="25"/>
              </a:spcBef>
            </a:pPr>
            <a:r>
              <a:rPr sz="1200" spc="-10" dirty="0">
                <a:latin typeface="Times New Roman"/>
                <a:cs typeface="Times New Roman"/>
              </a:rPr>
              <a:t>role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ENUM('guide','adventurer')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NULL, </a:t>
            </a:r>
            <a:r>
              <a:rPr sz="1200" dirty="0">
                <a:latin typeface="Times New Roman"/>
                <a:cs typeface="Times New Roman"/>
              </a:rPr>
              <a:t>phone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VARCHAR(15),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created_at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TIMESTAMP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DEFAULT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CURRENT_TIMESTAMP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224154" marR="2130425">
              <a:lnSpc>
                <a:spcPct val="1433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location_id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AUTO_INCREMENT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PRIMARY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 </a:t>
            </a:r>
            <a:r>
              <a:rPr sz="1200" spc="-10" dirty="0">
                <a:latin typeface="Times New Roman"/>
                <a:cs typeface="Times New Roman"/>
              </a:rPr>
              <a:t>location_name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VARCHAR(100)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NULL,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VARCHAR(100),</a:t>
            </a:r>
            <a:endParaRPr sz="1200">
              <a:latin typeface="Times New Roman"/>
              <a:cs typeface="Times New Roman"/>
            </a:endParaRPr>
          </a:p>
          <a:p>
            <a:pPr marL="224154" marR="4021454">
              <a:lnSpc>
                <a:spcPct val="144200"/>
              </a:lnSpc>
            </a:pPr>
            <a:r>
              <a:rPr sz="1200" spc="-10" dirty="0">
                <a:latin typeface="Times New Roman"/>
                <a:cs typeface="Times New Roman"/>
              </a:rPr>
              <a:t>country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VARCHAR(100), </a:t>
            </a:r>
            <a:r>
              <a:rPr sz="1200" dirty="0">
                <a:latin typeface="Times New Roman"/>
                <a:cs typeface="Times New Roman"/>
              </a:rPr>
              <a:t>description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TEXT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827277"/>
            <a:ext cx="3041015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3.3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SQL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COMMANDS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QUERIES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tables: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8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314" y="924179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6325" y="1203960"/>
            <a:ext cx="5861050" cy="6600825"/>
          </a:xfrm>
          <a:prstGeom prst="rect">
            <a:avLst/>
          </a:prstGeom>
          <a:ln w="609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adventure_activities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223520" marR="2164080">
              <a:lnSpc>
                <a:spcPct val="142500"/>
              </a:lnSpc>
              <a:spcBef>
                <a:spcPts val="35"/>
              </a:spcBef>
            </a:pPr>
            <a:r>
              <a:rPr sz="1200" spc="-10" dirty="0">
                <a:latin typeface="Times New Roman"/>
                <a:cs typeface="Times New Roman"/>
              </a:rPr>
              <a:t>activity_id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AUTO_INCREMENT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 </a:t>
            </a:r>
            <a:r>
              <a:rPr sz="1200" dirty="0">
                <a:latin typeface="Times New Roman"/>
                <a:cs typeface="Times New Roman"/>
              </a:rPr>
              <a:t>tour_id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</a:t>
            </a:r>
            <a:endParaRPr sz="1200">
              <a:latin typeface="Times New Roman"/>
              <a:cs typeface="Times New Roman"/>
            </a:endParaRPr>
          </a:p>
          <a:p>
            <a:pPr marL="223520" marR="2846705">
              <a:lnSpc>
                <a:spcPct val="1438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activity_name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VARCHAR(100)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NULL, difficulty_level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VARCHAR(50), activity_description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TEXT,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200">
              <a:latin typeface="Times New Roman"/>
              <a:cs typeface="Times New Roman"/>
            </a:endParaRPr>
          </a:p>
          <a:p>
            <a:pPr marL="223520" marR="3797300">
              <a:lnSpc>
                <a:spcPct val="142500"/>
              </a:lnSpc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(tour_id) REFERENCES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tours(tour_id)</a:t>
            </a: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22352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booking_id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AUTO_INCREMENT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</a:t>
            </a:r>
            <a:endParaRPr sz="1200">
              <a:latin typeface="Times New Roman"/>
              <a:cs typeface="Times New Roman"/>
            </a:endParaRPr>
          </a:p>
          <a:p>
            <a:pPr marL="223520" marR="4860925">
              <a:lnSpc>
                <a:spcPct val="1433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user_id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 </a:t>
            </a:r>
            <a:r>
              <a:rPr sz="1200" dirty="0">
                <a:latin typeface="Times New Roman"/>
                <a:cs typeface="Times New Roman"/>
              </a:rPr>
              <a:t>tour_id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</a:t>
            </a:r>
            <a:endParaRPr sz="1200">
              <a:latin typeface="Times New Roman"/>
              <a:cs typeface="Times New Roman"/>
            </a:endParaRPr>
          </a:p>
          <a:p>
            <a:pPr marL="223520" marR="3642360">
              <a:lnSpc>
                <a:spcPct val="1437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booking_date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DATE, number_of_people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 </a:t>
            </a:r>
            <a:r>
              <a:rPr sz="1200" spc="-10" dirty="0">
                <a:latin typeface="Times New Roman"/>
                <a:cs typeface="Times New Roman"/>
              </a:rPr>
              <a:t>booking_status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VARCHAR(50),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223520" marR="3742690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(user_id) REFERENCES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users(user_id),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00">
              <a:latin typeface="Times New Roman"/>
              <a:cs typeface="Times New Roman"/>
            </a:endParaRPr>
          </a:p>
          <a:p>
            <a:pPr marL="223520" marR="3797300">
              <a:lnSpc>
                <a:spcPct val="143500"/>
              </a:lnSpc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(tour_id) REFERENCES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tours(tour_id)</a:t>
            </a: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  <a:spcBef>
                <a:spcPts val="650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9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314" y="924242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6325" y="1203960"/>
            <a:ext cx="5861050" cy="7127240"/>
          </a:xfrm>
          <a:prstGeom prst="rect">
            <a:avLst/>
          </a:prstGeom>
          <a:ln w="609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22352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tour_id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AUTO_INCREMENT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</a:t>
            </a:r>
            <a:endParaRPr sz="1200">
              <a:latin typeface="Times New Roman"/>
              <a:cs typeface="Times New Roman"/>
            </a:endParaRPr>
          </a:p>
          <a:p>
            <a:pPr marL="223520" marR="4624705">
              <a:lnSpc>
                <a:spcPct val="1425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guide_id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 </a:t>
            </a:r>
            <a:r>
              <a:rPr sz="1200" spc="-10" dirty="0">
                <a:latin typeface="Times New Roman"/>
                <a:cs typeface="Times New Roman"/>
              </a:rPr>
              <a:t>location_id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</a:t>
            </a:r>
            <a:endParaRPr sz="1200">
              <a:latin typeface="Times New Roman"/>
              <a:cs typeface="Times New Roman"/>
            </a:endParaRPr>
          </a:p>
          <a:p>
            <a:pPr marL="223520" marR="3056255">
              <a:lnSpc>
                <a:spcPct val="1433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tour_name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VARCHAR(100)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NULL, </a:t>
            </a:r>
            <a:r>
              <a:rPr sz="1200" dirty="0">
                <a:latin typeface="Times New Roman"/>
                <a:cs typeface="Times New Roman"/>
              </a:rPr>
              <a:t>price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DECIMAL(10,2),</a:t>
            </a:r>
            <a:endParaRPr sz="1200">
              <a:latin typeface="Times New Roman"/>
              <a:cs typeface="Times New Roman"/>
            </a:endParaRPr>
          </a:p>
          <a:p>
            <a:pPr marL="223520" marR="4175125">
              <a:lnSpc>
                <a:spcPts val="2080"/>
              </a:lnSpc>
              <a:spcBef>
                <a:spcPts val="175"/>
              </a:spcBef>
            </a:pPr>
            <a:r>
              <a:rPr sz="1200" dirty="0">
                <a:latin typeface="Times New Roman"/>
                <a:cs typeface="Times New Roman"/>
              </a:rPr>
              <a:t>duration_days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 </a:t>
            </a:r>
            <a:r>
              <a:rPr sz="1200" spc="-10" dirty="0">
                <a:latin typeface="Times New Roman"/>
                <a:cs typeface="Times New Roman"/>
              </a:rPr>
              <a:t>tour_description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TEXT,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200">
              <a:latin typeface="Times New Roman"/>
              <a:cs typeface="Times New Roman"/>
            </a:endParaRPr>
          </a:p>
          <a:p>
            <a:pPr marL="223520" marR="3742690">
              <a:lnSpc>
                <a:spcPct val="144200"/>
              </a:lnSpc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(guide_id) REFERENCES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users(user_id),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200">
              <a:latin typeface="Times New Roman"/>
              <a:cs typeface="Times New Roman"/>
            </a:endParaRPr>
          </a:p>
          <a:p>
            <a:pPr marL="223520" marR="3306445">
              <a:lnSpc>
                <a:spcPct val="144200"/>
              </a:lnSpc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(location_id) REFERENCES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locations(location_id)</a:t>
            </a: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payments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22352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payment_id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AUTO_INCREMENT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KEY,</a:t>
            </a:r>
            <a:endParaRPr sz="1200">
              <a:latin typeface="Times New Roman"/>
              <a:cs typeface="Times New Roman"/>
            </a:endParaRPr>
          </a:p>
          <a:p>
            <a:pPr marL="22352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booking_id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INT,</a:t>
            </a:r>
            <a:endParaRPr sz="1200">
              <a:latin typeface="Times New Roman"/>
              <a:cs typeface="Times New Roman"/>
            </a:endParaRPr>
          </a:p>
          <a:p>
            <a:pPr marL="223520" marR="3506470">
              <a:lnSpc>
                <a:spcPct val="1433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amount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DECIMAL(10,2), payment_method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VARCHAR(50), payment_status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VARCHAR(50), payment_date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DATE,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Times New Roman"/>
              <a:cs typeface="Times New Roman"/>
            </a:endParaRPr>
          </a:p>
          <a:p>
            <a:pPr marL="223520" marR="3289935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FOREIGN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(booking_id) REFERENCES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bookings(booking_id)</a:t>
            </a: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  <a:spcBef>
                <a:spcPts val="650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10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3314" y="925830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9080" y="403098"/>
            <a:ext cx="4155440" cy="8096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  <a:p>
            <a:pPr marL="2056130">
              <a:lnSpc>
                <a:spcPct val="100000"/>
              </a:lnSpc>
              <a:spcBef>
                <a:spcPts val="365"/>
              </a:spcBef>
            </a:pPr>
            <a:r>
              <a:rPr sz="1600" b="1" dirty="0">
                <a:latin typeface="Times New Roman"/>
                <a:cs typeface="Times New Roman"/>
              </a:rPr>
              <a:t>3.4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OUTPUT</a:t>
            </a:r>
            <a:r>
              <a:rPr sz="1600" b="1" spc="-9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TESTING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200" b="1" dirty="0">
                <a:latin typeface="Times New Roman"/>
                <a:cs typeface="Times New Roman"/>
              </a:rPr>
              <a:t>1.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Home</a:t>
            </a:r>
            <a:r>
              <a:rPr sz="1200" b="1" spc="-20" dirty="0">
                <a:latin typeface="Times New Roman"/>
                <a:cs typeface="Times New Roman"/>
              </a:rPr>
              <a:t> Page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9080" y="1189989"/>
            <a:ext cx="5717540" cy="76466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43300"/>
              </a:lnSpc>
              <a:spcBef>
                <a:spcPts val="8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homepage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activities. Users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navigate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different sections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login,</a:t>
            </a:r>
            <a:r>
              <a:rPr sz="1200" spc="-20" dirty="0">
                <a:latin typeface="Times New Roman"/>
                <a:cs typeface="Times New Roman"/>
              </a:rPr>
              <a:t> registration,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packages,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booking details.</a:t>
            </a:r>
            <a:endParaRPr sz="1200">
              <a:latin typeface="Times New Roman"/>
              <a:cs typeface="Times New Roman"/>
            </a:endParaRPr>
          </a:p>
          <a:p>
            <a:pPr marL="164465" indent="-151765" algn="just">
              <a:lnSpc>
                <a:spcPct val="100000"/>
              </a:lnSpc>
              <a:spcBef>
                <a:spcPts val="625"/>
              </a:spcBef>
              <a:buAutoNum type="arabicPeriod" startAt="2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Registration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details.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Validation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duplicate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email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registrations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fields.</a:t>
            </a:r>
            <a:endParaRPr sz="1200">
              <a:latin typeface="Times New Roman"/>
              <a:cs typeface="Times New Roman"/>
            </a:endParaRPr>
          </a:p>
          <a:p>
            <a:pPr marL="164465" indent="-151765" algn="just">
              <a:lnSpc>
                <a:spcPct val="100000"/>
              </a:lnSpc>
              <a:spcBef>
                <a:spcPts val="620"/>
              </a:spcBef>
              <a:buAutoNum type="arabicPeriod" startAt="3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Login</a:t>
            </a:r>
            <a:endParaRPr sz="1200">
              <a:latin typeface="Times New Roman"/>
              <a:cs typeface="Times New Roman"/>
            </a:endParaRPr>
          </a:p>
          <a:p>
            <a:pPr marL="12700" marR="1457325">
              <a:lnSpc>
                <a:spcPct val="143300"/>
              </a:lnSpc>
              <a:spcBef>
                <a:spcPts val="30"/>
              </a:spcBef>
            </a:pPr>
            <a:r>
              <a:rPr sz="1200" spc="-10" dirty="0">
                <a:latin typeface="Times New Roman"/>
                <a:cs typeface="Times New Roman"/>
              </a:rPr>
              <a:t>Registered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username/email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password. </a:t>
            </a:r>
            <a:r>
              <a:rPr sz="1200" dirty="0">
                <a:latin typeface="Times New Roman"/>
                <a:cs typeface="Times New Roman"/>
              </a:rPr>
              <a:t>Invalid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credentials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appropriate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message.</a:t>
            </a: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625"/>
              </a:spcBef>
              <a:buAutoNum type="arabicPeriod" startAt="4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Tour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Management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Admin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successfully.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Tour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price,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duration,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correctly.</a:t>
            </a: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620"/>
              </a:spcBef>
              <a:buAutoNum type="arabicPeriod" startAt="5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Booking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Module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successfully.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status.</a:t>
            </a: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630"/>
              </a:spcBef>
              <a:buAutoNum type="arabicPeriod" startAt="6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Module</a:t>
            </a:r>
            <a:endParaRPr sz="1200">
              <a:latin typeface="Times New Roman"/>
              <a:cs typeface="Times New Roman"/>
            </a:endParaRPr>
          </a:p>
          <a:p>
            <a:pPr marL="12700" marR="1712595">
              <a:lnSpc>
                <a:spcPct val="144200"/>
              </a:lnSpc>
            </a:pPr>
            <a:r>
              <a:rPr sz="1200" spc="-10" dirty="0">
                <a:latin typeface="Times New Roman"/>
                <a:cs typeface="Times New Roman"/>
              </a:rPr>
              <a:t>Payment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correctly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booking.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paid/unpaid.</a:t>
            </a: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620"/>
              </a:spcBef>
              <a:buAutoNum type="arabicPeriod" startAt="7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Database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Connectivity</a:t>
            </a:r>
            <a:endParaRPr sz="1200">
              <a:latin typeface="Times New Roman"/>
              <a:cs typeface="Times New Roman"/>
            </a:endParaRPr>
          </a:p>
          <a:p>
            <a:pPr marL="12700" marR="497205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XAMPP.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(Create,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Delete)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errors.</a:t>
            </a: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spcBef>
                <a:spcPts val="625"/>
              </a:spcBef>
              <a:buAutoNum type="arabicPeriod" startAt="8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Output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Screens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Successfully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Tested</a:t>
            </a:r>
            <a:endParaRPr sz="1200">
              <a:latin typeface="Times New Roman"/>
              <a:cs typeface="Times New Roman"/>
            </a:endParaRPr>
          </a:p>
          <a:p>
            <a:pPr marL="12700" marR="4625975">
              <a:lnSpc>
                <a:spcPct val="143400"/>
              </a:lnSpc>
              <a:spcBef>
                <a:spcPts val="20"/>
              </a:spcBef>
            </a:pPr>
            <a:r>
              <a:rPr sz="1200" spc="-10" dirty="0">
                <a:latin typeface="Times New Roman"/>
                <a:cs typeface="Times New Roman"/>
              </a:rPr>
              <a:t>Registration </a:t>
            </a:r>
            <a:r>
              <a:rPr sz="1200" spc="-20" dirty="0">
                <a:latin typeface="Times New Roman"/>
                <a:cs typeface="Times New Roman"/>
              </a:rPr>
              <a:t>Page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 </a:t>
            </a:r>
            <a:r>
              <a:rPr sz="1200" spc="-10" dirty="0">
                <a:latin typeface="Times New Roman"/>
                <a:cs typeface="Times New Roman"/>
              </a:rPr>
              <a:t>Dashboard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00" dirty="0">
                <a:latin typeface="Times New Roman"/>
                <a:cs typeface="Times New Roman"/>
              </a:rPr>
              <a:t>Tour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List</a:t>
            </a:r>
            <a:endParaRPr sz="1200">
              <a:latin typeface="Times New Roman"/>
              <a:cs typeface="Times New Roman"/>
            </a:endParaRPr>
          </a:p>
          <a:p>
            <a:pPr marL="12700" marR="3996054">
              <a:lnSpc>
                <a:spcPct val="143700"/>
              </a:lnSpc>
              <a:spcBef>
                <a:spcPts val="15"/>
              </a:spcBef>
            </a:pPr>
            <a:r>
              <a:rPr sz="1200" spc="-10" dirty="0">
                <a:latin typeface="Times New Roman"/>
                <a:cs typeface="Times New Roman"/>
              </a:rPr>
              <a:t>Booking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Confirmation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 </a:t>
            </a:r>
            <a:r>
              <a:rPr sz="1200" dirty="0">
                <a:latin typeface="Times New Roman"/>
                <a:cs typeface="Times New Roman"/>
              </a:rPr>
              <a:t>Admin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Panel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11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75" y="1207135"/>
            <a:ext cx="5861050" cy="5286375"/>
          </a:xfrm>
          <a:prstGeom prst="rect">
            <a:avLst/>
          </a:prstGeom>
          <a:ln w="609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25"/>
              </a:spcBef>
            </a:pPr>
            <a:r>
              <a:rPr sz="1200" spc="-10" dirty="0">
                <a:latin typeface="Times New Roman"/>
                <a:cs typeface="Times New Roman"/>
              </a:rPr>
              <a:t>&lt;?php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$host 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"localhost";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$user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"root";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$password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"";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$database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"adventure_booker";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$conn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mysqli_connect(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$host,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$user,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$password,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$database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20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Times New Roman"/>
              <a:cs typeface="Times New Roman"/>
            </a:endParaRPr>
          </a:p>
          <a:p>
            <a:pPr marL="109855" marR="5104765" indent="-38100">
              <a:lnSpc>
                <a:spcPct val="143300"/>
              </a:lnSpc>
            </a:pPr>
            <a:r>
              <a:rPr sz="1200" spc="-20" dirty="0">
                <a:latin typeface="Times New Roman"/>
                <a:cs typeface="Times New Roman"/>
              </a:rPr>
              <a:t>if(!$conn){ die(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"Database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Failed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"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. </a:t>
            </a:r>
            <a:r>
              <a:rPr sz="1200" spc="-10" dirty="0">
                <a:latin typeface="Times New Roman"/>
                <a:cs typeface="Times New Roman"/>
              </a:rPr>
              <a:t>mysqli_connect_error()</a:t>
            </a:r>
            <a:endParaRPr sz="1200">
              <a:latin typeface="Times New Roman"/>
              <a:cs typeface="Times New Roman"/>
            </a:endParaRPr>
          </a:p>
          <a:p>
            <a:pPr marL="224154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2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mysqli_set_charset($conn,"utf8");</a:t>
            </a:r>
            <a:endParaRPr sz="12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915669"/>
            <a:ext cx="16567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solidFill>
                  <a:srgbClr val="D13438"/>
                </a:solidFill>
                <a:uFill>
                  <a:solidFill>
                    <a:srgbClr val="D13438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200" b="1" u="sng" spc="-30" dirty="0">
                <a:solidFill>
                  <a:srgbClr val="D13438"/>
                </a:solidFill>
                <a:uFill>
                  <a:solidFill>
                    <a:srgbClr val="D1343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solidFill>
                  <a:srgbClr val="D13438"/>
                </a:solidFill>
                <a:uFill>
                  <a:solidFill>
                    <a:srgbClr val="D13438"/>
                  </a:solidFill>
                </a:uFill>
                <a:latin typeface="Times New Roman"/>
                <a:cs typeface="Times New Roman"/>
              </a:rPr>
              <a:t>connect</a:t>
            </a:r>
            <a:r>
              <a:rPr sz="1200" b="1" u="sng" spc="-30" dirty="0">
                <a:solidFill>
                  <a:srgbClr val="D13438"/>
                </a:solidFill>
                <a:uFill>
                  <a:solidFill>
                    <a:srgbClr val="D1343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solidFill>
                  <a:srgbClr val="D13438"/>
                </a:solidFill>
                <a:uFill>
                  <a:solidFill>
                    <a:srgbClr val="D13438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200" b="1" u="sng" spc="-25" dirty="0">
                <a:solidFill>
                  <a:srgbClr val="D13438"/>
                </a:solidFill>
                <a:uFill>
                  <a:solidFill>
                    <a:srgbClr val="D13438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solidFill>
                  <a:srgbClr val="D13438"/>
                </a:solidFill>
                <a:uFill>
                  <a:solidFill>
                    <a:srgbClr val="D13438"/>
                  </a:solidFill>
                </a:uFill>
                <a:latin typeface="Times New Roman"/>
                <a:cs typeface="Times New Roman"/>
              </a:rPr>
              <a:t>Database: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2625" y="938479"/>
            <a:ext cx="9525" cy="264160"/>
          </a:xfrm>
          <a:custGeom>
            <a:avLst/>
            <a:gdLst/>
            <a:ahLst/>
            <a:cxnLst/>
            <a:rect l="l" t="t" r="r" b="b"/>
            <a:pathLst>
              <a:path w="9525" h="264159">
                <a:moveTo>
                  <a:pt x="9142" y="0"/>
                </a:moveTo>
                <a:lnTo>
                  <a:pt x="0" y="0"/>
                </a:lnTo>
                <a:lnTo>
                  <a:pt x="0" y="263956"/>
                </a:lnTo>
                <a:lnTo>
                  <a:pt x="9142" y="263956"/>
                </a:lnTo>
                <a:lnTo>
                  <a:pt x="91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12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1473834"/>
            <a:ext cx="5866765" cy="7397115"/>
          </a:xfrm>
          <a:custGeom>
            <a:avLst/>
            <a:gdLst/>
            <a:ahLst/>
            <a:cxnLst/>
            <a:rect l="l" t="t" r="r" b="b"/>
            <a:pathLst>
              <a:path w="5866765" h="7397115">
                <a:moveTo>
                  <a:pt x="6096" y="5801106"/>
                </a:moveTo>
                <a:lnTo>
                  <a:pt x="0" y="5801106"/>
                </a:lnTo>
                <a:lnTo>
                  <a:pt x="0" y="6327140"/>
                </a:lnTo>
                <a:lnTo>
                  <a:pt x="6096" y="6327140"/>
                </a:lnTo>
                <a:lnTo>
                  <a:pt x="6096" y="5801106"/>
                </a:lnTo>
                <a:close/>
              </a:path>
              <a:path w="5866765" h="7397115">
                <a:moveTo>
                  <a:pt x="6096" y="1595755"/>
                </a:moveTo>
                <a:lnTo>
                  <a:pt x="0" y="1595755"/>
                </a:lnTo>
                <a:lnTo>
                  <a:pt x="0" y="2647569"/>
                </a:lnTo>
                <a:lnTo>
                  <a:pt x="0" y="4749419"/>
                </a:lnTo>
                <a:lnTo>
                  <a:pt x="0" y="5800979"/>
                </a:lnTo>
                <a:lnTo>
                  <a:pt x="6096" y="5800979"/>
                </a:lnTo>
                <a:lnTo>
                  <a:pt x="6096" y="4749419"/>
                </a:lnTo>
                <a:lnTo>
                  <a:pt x="6096" y="2647569"/>
                </a:lnTo>
                <a:lnTo>
                  <a:pt x="6096" y="1595755"/>
                </a:lnTo>
                <a:close/>
              </a:path>
              <a:path w="5866765" h="7397115">
                <a:moveTo>
                  <a:pt x="5860669" y="7390765"/>
                </a:moveTo>
                <a:lnTo>
                  <a:pt x="6096" y="7390765"/>
                </a:lnTo>
                <a:lnTo>
                  <a:pt x="6096" y="6327775"/>
                </a:lnTo>
                <a:lnTo>
                  <a:pt x="0" y="6327775"/>
                </a:lnTo>
                <a:lnTo>
                  <a:pt x="0" y="7390765"/>
                </a:lnTo>
                <a:lnTo>
                  <a:pt x="0" y="7397115"/>
                </a:lnTo>
                <a:lnTo>
                  <a:pt x="5860669" y="7397115"/>
                </a:lnTo>
                <a:lnTo>
                  <a:pt x="5860669" y="7390765"/>
                </a:lnTo>
                <a:close/>
              </a:path>
              <a:path w="5866765" h="7397115">
                <a:moveTo>
                  <a:pt x="5860669" y="635"/>
                </a:moveTo>
                <a:lnTo>
                  <a:pt x="0" y="635"/>
                </a:lnTo>
                <a:lnTo>
                  <a:pt x="0" y="5715"/>
                </a:lnTo>
                <a:lnTo>
                  <a:pt x="0" y="1069848"/>
                </a:lnTo>
                <a:lnTo>
                  <a:pt x="0" y="1069975"/>
                </a:lnTo>
                <a:lnTo>
                  <a:pt x="0" y="1595628"/>
                </a:lnTo>
                <a:lnTo>
                  <a:pt x="6096" y="1595628"/>
                </a:lnTo>
                <a:lnTo>
                  <a:pt x="6096" y="1069975"/>
                </a:lnTo>
                <a:lnTo>
                  <a:pt x="6096" y="1069848"/>
                </a:lnTo>
                <a:lnTo>
                  <a:pt x="6096" y="5715"/>
                </a:lnTo>
                <a:lnTo>
                  <a:pt x="5860669" y="5715"/>
                </a:lnTo>
                <a:lnTo>
                  <a:pt x="5860669" y="635"/>
                </a:lnTo>
                <a:close/>
              </a:path>
              <a:path w="5866765" h="7397115">
                <a:moveTo>
                  <a:pt x="5866765" y="5801106"/>
                </a:moveTo>
                <a:lnTo>
                  <a:pt x="5860796" y="5801106"/>
                </a:lnTo>
                <a:lnTo>
                  <a:pt x="5860796" y="6327140"/>
                </a:lnTo>
                <a:lnTo>
                  <a:pt x="5860796" y="7396937"/>
                </a:lnTo>
                <a:lnTo>
                  <a:pt x="5866765" y="7396937"/>
                </a:lnTo>
                <a:lnTo>
                  <a:pt x="5866765" y="6327140"/>
                </a:lnTo>
                <a:lnTo>
                  <a:pt x="5866765" y="5801106"/>
                </a:lnTo>
                <a:close/>
              </a:path>
              <a:path w="5866765" h="7397115">
                <a:moveTo>
                  <a:pt x="5866765" y="1595755"/>
                </a:moveTo>
                <a:lnTo>
                  <a:pt x="5860796" y="1595755"/>
                </a:lnTo>
                <a:lnTo>
                  <a:pt x="5860796" y="2647569"/>
                </a:lnTo>
                <a:lnTo>
                  <a:pt x="5860796" y="4749419"/>
                </a:lnTo>
                <a:lnTo>
                  <a:pt x="5860796" y="5800979"/>
                </a:lnTo>
                <a:lnTo>
                  <a:pt x="5866765" y="5800979"/>
                </a:lnTo>
                <a:lnTo>
                  <a:pt x="5866765" y="4749419"/>
                </a:lnTo>
                <a:lnTo>
                  <a:pt x="5866765" y="2647569"/>
                </a:lnTo>
                <a:lnTo>
                  <a:pt x="5866765" y="1595755"/>
                </a:lnTo>
                <a:close/>
              </a:path>
              <a:path w="5866765" h="7397115">
                <a:moveTo>
                  <a:pt x="5866765" y="0"/>
                </a:moveTo>
                <a:lnTo>
                  <a:pt x="5860796" y="0"/>
                </a:lnTo>
                <a:lnTo>
                  <a:pt x="5860796" y="1069848"/>
                </a:lnTo>
                <a:lnTo>
                  <a:pt x="5860796" y="1595628"/>
                </a:lnTo>
                <a:lnTo>
                  <a:pt x="5866765" y="1595628"/>
                </a:lnTo>
                <a:lnTo>
                  <a:pt x="5866765" y="1069848"/>
                </a:lnTo>
                <a:lnTo>
                  <a:pt x="58667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915669"/>
            <a:ext cx="2545715" cy="7852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REGISTER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PAGE: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23060">
              <a:lnSpc>
                <a:spcPct val="143300"/>
              </a:lnSpc>
            </a:pPr>
            <a:r>
              <a:rPr sz="1200" spc="-10" dirty="0">
                <a:latin typeface="Times New Roman"/>
                <a:cs typeface="Times New Roman"/>
              </a:rPr>
              <a:t>&lt;?php </a:t>
            </a:r>
            <a:r>
              <a:rPr sz="1200" spc="-20" dirty="0">
                <a:latin typeface="Times New Roman"/>
                <a:cs typeface="Times New Roman"/>
              </a:rPr>
              <a:t>session_start();</a:t>
            </a:r>
            <a:endParaRPr sz="1200">
              <a:latin typeface="Times New Roman"/>
              <a:cs typeface="Times New Roman"/>
            </a:endParaRPr>
          </a:p>
          <a:p>
            <a:pPr marL="12700" marR="782320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'includes/db.php'; </a:t>
            </a:r>
            <a:r>
              <a:rPr sz="1200" spc="-20" dirty="0">
                <a:latin typeface="Times New Roman"/>
                <a:cs typeface="Times New Roman"/>
              </a:rPr>
              <a:t>if(isset($_POST['register'])){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$name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$_POST['full_name'];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$email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$_POST['email'];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$password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$_POST['password'];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$role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$_POST['role'];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EMAIL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*/</a:t>
            </a:r>
            <a:endParaRPr sz="1200">
              <a:latin typeface="Times New Roman"/>
              <a:cs typeface="Times New Roman"/>
            </a:endParaRPr>
          </a:p>
          <a:p>
            <a:pPr marL="545465" marR="250190" indent="-38100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$check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"SELECT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users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email='$email'";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ts val="2080"/>
              </a:lnSpc>
              <a:spcBef>
                <a:spcPts val="160"/>
              </a:spcBef>
            </a:pPr>
            <a:r>
              <a:rPr sz="1200" spc="-10" dirty="0">
                <a:latin typeface="Times New Roman"/>
                <a:cs typeface="Times New Roman"/>
              </a:rPr>
              <a:t>$result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mysqli_query($conn,$check); </a:t>
            </a:r>
            <a:r>
              <a:rPr sz="1200" dirty="0">
                <a:latin typeface="Times New Roman"/>
                <a:cs typeface="Times New Roman"/>
              </a:rPr>
              <a:t>if(mysqli_num_rows($result)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0){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"&lt;script&gt;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alert('Email </a:t>
            </a:r>
            <a:r>
              <a:rPr sz="1200" dirty="0">
                <a:latin typeface="Times New Roman"/>
                <a:cs typeface="Times New Roman"/>
              </a:rPr>
              <a:t>already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registered');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&lt;/script&gt;";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}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583565" marR="480695" indent="-266700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$sql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"INSERT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INTO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users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621665" marR="1271905">
              <a:lnSpc>
                <a:spcPct val="143700"/>
              </a:lnSpc>
              <a:spcBef>
                <a:spcPts val="15"/>
              </a:spcBef>
            </a:pPr>
            <a:r>
              <a:rPr sz="1200" spc="-25" dirty="0">
                <a:latin typeface="Times New Roman"/>
                <a:cs typeface="Times New Roman"/>
              </a:rPr>
              <a:t>full_name, </a:t>
            </a:r>
            <a:r>
              <a:rPr sz="1200" spc="-10" dirty="0">
                <a:latin typeface="Times New Roman"/>
                <a:cs typeface="Times New Roman"/>
              </a:rPr>
              <a:t>email, password, </a:t>
            </a:r>
            <a:r>
              <a:rPr sz="1200" spc="-20" dirty="0">
                <a:latin typeface="Times New Roman"/>
                <a:cs typeface="Times New Roman"/>
              </a:rPr>
              <a:t>role</a:t>
            </a:r>
            <a:endParaRPr sz="1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625"/>
              </a:spcBef>
            </a:pP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621665" marR="1321435">
              <a:lnSpc>
                <a:spcPct val="143300"/>
              </a:lnSpc>
              <a:spcBef>
                <a:spcPts val="15"/>
              </a:spcBef>
            </a:pPr>
            <a:r>
              <a:rPr sz="1200" spc="-20" dirty="0">
                <a:latin typeface="Times New Roman"/>
                <a:cs typeface="Times New Roman"/>
              </a:rPr>
              <a:t>VALUES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610"/>
              </a:spcBef>
            </a:pPr>
            <a:r>
              <a:rPr sz="1200" spc="-10" dirty="0">
                <a:latin typeface="Times New Roman"/>
                <a:cs typeface="Times New Roman"/>
              </a:rPr>
              <a:t>'$name',</a:t>
            </a:r>
            <a:endParaRPr sz="1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latin typeface="Times New Roman"/>
                <a:cs typeface="Times New Roman"/>
              </a:rPr>
              <a:t>'$email',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13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47419"/>
            <a:ext cx="5866765" cy="7923530"/>
          </a:xfrm>
          <a:custGeom>
            <a:avLst/>
            <a:gdLst/>
            <a:ahLst/>
            <a:cxnLst/>
            <a:rect l="l" t="t" r="r" b="b"/>
            <a:pathLst>
              <a:path w="5866765" h="7923530">
                <a:moveTo>
                  <a:pt x="6096" y="2121789"/>
                </a:moveTo>
                <a:lnTo>
                  <a:pt x="0" y="2121789"/>
                </a:lnTo>
                <a:lnTo>
                  <a:pt x="0" y="3173603"/>
                </a:lnTo>
                <a:lnTo>
                  <a:pt x="0" y="5275453"/>
                </a:lnTo>
                <a:lnTo>
                  <a:pt x="0" y="6327013"/>
                </a:lnTo>
                <a:lnTo>
                  <a:pt x="6096" y="6327013"/>
                </a:lnTo>
                <a:lnTo>
                  <a:pt x="6096" y="5275453"/>
                </a:lnTo>
                <a:lnTo>
                  <a:pt x="6096" y="3173603"/>
                </a:lnTo>
                <a:lnTo>
                  <a:pt x="6096" y="2121789"/>
                </a:lnTo>
                <a:close/>
              </a:path>
              <a:path w="5866765" h="7923530">
                <a:moveTo>
                  <a:pt x="5860669" y="7917180"/>
                </a:moveTo>
                <a:lnTo>
                  <a:pt x="6096" y="7917180"/>
                </a:lnTo>
                <a:lnTo>
                  <a:pt x="6096" y="6853174"/>
                </a:lnTo>
                <a:lnTo>
                  <a:pt x="6096" y="6852920"/>
                </a:lnTo>
                <a:lnTo>
                  <a:pt x="6096" y="6327140"/>
                </a:lnTo>
                <a:lnTo>
                  <a:pt x="0" y="6327140"/>
                </a:lnTo>
                <a:lnTo>
                  <a:pt x="0" y="6852920"/>
                </a:lnTo>
                <a:lnTo>
                  <a:pt x="0" y="6853174"/>
                </a:lnTo>
                <a:lnTo>
                  <a:pt x="0" y="7917180"/>
                </a:lnTo>
                <a:lnTo>
                  <a:pt x="0" y="7923530"/>
                </a:lnTo>
                <a:lnTo>
                  <a:pt x="5860669" y="7923530"/>
                </a:lnTo>
                <a:lnTo>
                  <a:pt x="5860669" y="7917180"/>
                </a:lnTo>
                <a:close/>
              </a:path>
              <a:path w="5866765" h="7923530">
                <a:moveTo>
                  <a:pt x="5860669" y="0"/>
                </a:moveTo>
                <a:lnTo>
                  <a:pt x="0" y="0"/>
                </a:lnTo>
                <a:lnTo>
                  <a:pt x="0" y="6350"/>
                </a:lnTo>
                <a:lnTo>
                  <a:pt x="0" y="1595882"/>
                </a:lnTo>
                <a:lnTo>
                  <a:pt x="0" y="1596390"/>
                </a:lnTo>
                <a:lnTo>
                  <a:pt x="0" y="2121662"/>
                </a:lnTo>
                <a:lnTo>
                  <a:pt x="6096" y="2121662"/>
                </a:lnTo>
                <a:lnTo>
                  <a:pt x="6096" y="1596390"/>
                </a:lnTo>
                <a:lnTo>
                  <a:pt x="6096" y="1595882"/>
                </a:lnTo>
                <a:lnTo>
                  <a:pt x="6096" y="6350"/>
                </a:lnTo>
                <a:lnTo>
                  <a:pt x="5860669" y="6350"/>
                </a:lnTo>
                <a:lnTo>
                  <a:pt x="5860669" y="0"/>
                </a:lnTo>
                <a:close/>
              </a:path>
              <a:path w="5866765" h="7923530">
                <a:moveTo>
                  <a:pt x="5866765" y="6327140"/>
                </a:moveTo>
                <a:lnTo>
                  <a:pt x="5860796" y="6327140"/>
                </a:lnTo>
                <a:lnTo>
                  <a:pt x="5860796" y="6853174"/>
                </a:lnTo>
                <a:lnTo>
                  <a:pt x="5860796" y="7922971"/>
                </a:lnTo>
                <a:lnTo>
                  <a:pt x="5866765" y="7922971"/>
                </a:lnTo>
                <a:lnTo>
                  <a:pt x="5866765" y="6853174"/>
                </a:lnTo>
                <a:lnTo>
                  <a:pt x="5866765" y="6327140"/>
                </a:lnTo>
                <a:close/>
              </a:path>
              <a:path w="5866765" h="7923530">
                <a:moveTo>
                  <a:pt x="5866765" y="2121789"/>
                </a:moveTo>
                <a:lnTo>
                  <a:pt x="5860796" y="2121789"/>
                </a:lnTo>
                <a:lnTo>
                  <a:pt x="5860796" y="3173603"/>
                </a:lnTo>
                <a:lnTo>
                  <a:pt x="5860796" y="5275453"/>
                </a:lnTo>
                <a:lnTo>
                  <a:pt x="5860796" y="6327013"/>
                </a:lnTo>
                <a:lnTo>
                  <a:pt x="5866765" y="6327013"/>
                </a:lnTo>
                <a:lnTo>
                  <a:pt x="5866765" y="5275453"/>
                </a:lnTo>
                <a:lnTo>
                  <a:pt x="5866765" y="3173603"/>
                </a:lnTo>
                <a:lnTo>
                  <a:pt x="5866765" y="2121789"/>
                </a:lnTo>
                <a:close/>
              </a:path>
              <a:path w="5866765" h="7923530">
                <a:moveTo>
                  <a:pt x="5866765" y="0"/>
                </a:moveTo>
                <a:lnTo>
                  <a:pt x="5860796" y="0"/>
                </a:lnTo>
                <a:lnTo>
                  <a:pt x="5860796" y="1595882"/>
                </a:lnTo>
                <a:lnTo>
                  <a:pt x="5860796" y="2121662"/>
                </a:lnTo>
                <a:lnTo>
                  <a:pt x="5866765" y="2121662"/>
                </a:lnTo>
                <a:lnTo>
                  <a:pt x="5866765" y="1595882"/>
                </a:lnTo>
                <a:lnTo>
                  <a:pt x="58667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314" y="925957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856233"/>
            <a:ext cx="3274060" cy="791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 marR="2142490" indent="-228600">
              <a:lnSpc>
                <a:spcPct val="1433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'$password', </a:t>
            </a:r>
            <a:r>
              <a:rPr sz="1200" spc="-10" dirty="0">
                <a:latin typeface="Times New Roman"/>
                <a:cs typeface="Times New Roman"/>
              </a:rPr>
              <a:t>'$role'</a:t>
            </a:r>
            <a:endParaRPr sz="1200">
              <a:latin typeface="Times New Roman"/>
              <a:cs typeface="Times New Roman"/>
            </a:endParaRPr>
          </a:p>
          <a:p>
            <a:pPr marL="621665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latin typeface="Times New Roman"/>
                <a:cs typeface="Times New Roman"/>
              </a:rPr>
              <a:t>)";</a:t>
            </a:r>
            <a:endParaRPr sz="1200">
              <a:latin typeface="Times New Roman"/>
              <a:cs typeface="Times New Roman"/>
            </a:endParaRPr>
          </a:p>
          <a:p>
            <a:pPr marL="469265" marR="929005" indent="-152400">
              <a:lnSpc>
                <a:spcPct val="1433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if(mysqli_query($conn,$sql)){ header("Location: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login.php"); exit();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}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{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echo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"Registration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Failed";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64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?&gt;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&lt;!DOCTYPE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html&gt;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&lt;head&gt;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&lt;title&gt;Register&lt;/title&gt;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&lt;meta</a:t>
            </a:r>
            <a:r>
              <a:rPr sz="1200" spc="-10" dirty="0">
                <a:latin typeface="Times New Roman"/>
                <a:cs typeface="Times New Roman"/>
              </a:rPr>
              <a:t> charset="UTF-</a:t>
            </a:r>
            <a:r>
              <a:rPr sz="1200" spc="-25" dirty="0">
                <a:latin typeface="Times New Roman"/>
                <a:cs typeface="Times New Roman"/>
              </a:rPr>
              <a:t>8"&gt;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&lt;meta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name="viewport"</a:t>
            </a:r>
            <a:endParaRPr sz="12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content="width=device-</a:t>
            </a:r>
            <a:r>
              <a:rPr sz="1200" dirty="0">
                <a:latin typeface="Times New Roman"/>
                <a:cs typeface="Times New Roman"/>
              </a:rPr>
              <a:t>width,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initial-scale=1.0"&gt;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&lt;link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rel="stylesheet"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href="css/style.css"&gt;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&lt;style&gt;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latin typeface="Times New Roman"/>
                <a:cs typeface="Times New Roman"/>
              </a:rPr>
              <a:t>*{</a:t>
            </a:r>
            <a:endParaRPr sz="1200">
              <a:latin typeface="Times New Roman"/>
              <a:cs typeface="Times New Roman"/>
            </a:endParaRPr>
          </a:p>
          <a:p>
            <a:pPr marL="164465" marR="2462530">
              <a:lnSpc>
                <a:spcPct val="143300"/>
              </a:lnSpc>
              <a:spcBef>
                <a:spcPts val="15"/>
              </a:spcBef>
            </a:pPr>
            <a:r>
              <a:rPr sz="1200" spc="-10" dirty="0">
                <a:latin typeface="Times New Roman"/>
                <a:cs typeface="Times New Roman"/>
              </a:rPr>
              <a:t>margin:0; </a:t>
            </a:r>
            <a:r>
              <a:rPr sz="1200" spc="-25" dirty="0">
                <a:latin typeface="Times New Roman"/>
                <a:cs typeface="Times New Roman"/>
              </a:rPr>
              <a:t>padding:0;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box-sizing:border-</a:t>
            </a:r>
            <a:r>
              <a:rPr sz="1200" spc="-20" dirty="0">
                <a:latin typeface="Times New Roman"/>
                <a:cs typeface="Times New Roman"/>
              </a:rPr>
              <a:t>box;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body{</a:t>
            </a:r>
            <a:endParaRPr sz="1200">
              <a:latin typeface="Times New Roman"/>
              <a:cs typeface="Times New Roman"/>
            </a:endParaRPr>
          </a:p>
          <a:p>
            <a:pPr marL="164465" marR="1358900">
              <a:lnSpc>
                <a:spcPct val="144200"/>
              </a:lnSpc>
            </a:pPr>
            <a:r>
              <a:rPr sz="1200" spc="-10" dirty="0">
                <a:latin typeface="Times New Roman"/>
                <a:cs typeface="Times New Roman"/>
              </a:rPr>
              <a:t>font-family:Arial,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sans-serif; height:100vh;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display:flex;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14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47419"/>
            <a:ext cx="5867400" cy="8185150"/>
          </a:xfrm>
          <a:custGeom>
            <a:avLst/>
            <a:gdLst/>
            <a:ahLst/>
            <a:cxnLst/>
            <a:rect l="l" t="t" r="r" b="b"/>
            <a:pathLst>
              <a:path w="5867400" h="8185150">
                <a:moveTo>
                  <a:pt x="6096" y="7904696"/>
                </a:moveTo>
                <a:lnTo>
                  <a:pt x="0" y="7904696"/>
                </a:lnTo>
                <a:lnTo>
                  <a:pt x="0" y="8179003"/>
                </a:lnTo>
                <a:lnTo>
                  <a:pt x="6096" y="8179003"/>
                </a:lnTo>
                <a:lnTo>
                  <a:pt x="6096" y="7904696"/>
                </a:lnTo>
                <a:close/>
              </a:path>
              <a:path w="5867400" h="8185150">
                <a:moveTo>
                  <a:pt x="6096" y="6327140"/>
                </a:moveTo>
                <a:lnTo>
                  <a:pt x="0" y="6327140"/>
                </a:lnTo>
                <a:lnTo>
                  <a:pt x="0" y="6853174"/>
                </a:lnTo>
                <a:lnTo>
                  <a:pt x="0" y="7904683"/>
                </a:lnTo>
                <a:lnTo>
                  <a:pt x="6096" y="7904683"/>
                </a:lnTo>
                <a:lnTo>
                  <a:pt x="6096" y="6853174"/>
                </a:lnTo>
                <a:lnTo>
                  <a:pt x="6096" y="6327140"/>
                </a:lnTo>
                <a:close/>
              </a:path>
              <a:path w="5867400" h="8185150">
                <a:moveTo>
                  <a:pt x="6096" y="2121789"/>
                </a:moveTo>
                <a:lnTo>
                  <a:pt x="0" y="2121789"/>
                </a:lnTo>
                <a:lnTo>
                  <a:pt x="0" y="3173603"/>
                </a:lnTo>
                <a:lnTo>
                  <a:pt x="0" y="5275453"/>
                </a:lnTo>
                <a:lnTo>
                  <a:pt x="0" y="6327013"/>
                </a:lnTo>
                <a:lnTo>
                  <a:pt x="6096" y="6327013"/>
                </a:lnTo>
                <a:lnTo>
                  <a:pt x="6096" y="5275453"/>
                </a:lnTo>
                <a:lnTo>
                  <a:pt x="6096" y="3173603"/>
                </a:lnTo>
                <a:lnTo>
                  <a:pt x="6096" y="2121789"/>
                </a:lnTo>
                <a:close/>
              </a:path>
              <a:path w="5867400" h="8185150">
                <a:moveTo>
                  <a:pt x="5860669" y="8179016"/>
                </a:moveTo>
                <a:lnTo>
                  <a:pt x="0" y="8179016"/>
                </a:lnTo>
                <a:lnTo>
                  <a:pt x="0" y="8185099"/>
                </a:lnTo>
                <a:lnTo>
                  <a:pt x="5860669" y="8185099"/>
                </a:lnTo>
                <a:lnTo>
                  <a:pt x="5860669" y="8179016"/>
                </a:lnTo>
                <a:close/>
              </a:path>
              <a:path w="5867400" h="8185150">
                <a:moveTo>
                  <a:pt x="5860669" y="0"/>
                </a:moveTo>
                <a:lnTo>
                  <a:pt x="0" y="0"/>
                </a:lnTo>
                <a:lnTo>
                  <a:pt x="0" y="6350"/>
                </a:lnTo>
                <a:lnTo>
                  <a:pt x="0" y="1595882"/>
                </a:lnTo>
                <a:lnTo>
                  <a:pt x="0" y="1596390"/>
                </a:lnTo>
                <a:lnTo>
                  <a:pt x="0" y="2121662"/>
                </a:lnTo>
                <a:lnTo>
                  <a:pt x="6096" y="2121662"/>
                </a:lnTo>
                <a:lnTo>
                  <a:pt x="6096" y="1596390"/>
                </a:lnTo>
                <a:lnTo>
                  <a:pt x="6096" y="1595882"/>
                </a:lnTo>
                <a:lnTo>
                  <a:pt x="6096" y="6350"/>
                </a:lnTo>
                <a:lnTo>
                  <a:pt x="5860669" y="6350"/>
                </a:lnTo>
                <a:lnTo>
                  <a:pt x="5860669" y="0"/>
                </a:lnTo>
                <a:close/>
              </a:path>
              <a:path w="5867400" h="8185150">
                <a:moveTo>
                  <a:pt x="5866765" y="6327140"/>
                </a:moveTo>
                <a:lnTo>
                  <a:pt x="5860796" y="6327140"/>
                </a:lnTo>
                <a:lnTo>
                  <a:pt x="5860796" y="6853174"/>
                </a:lnTo>
                <a:lnTo>
                  <a:pt x="5860796" y="7904683"/>
                </a:lnTo>
                <a:lnTo>
                  <a:pt x="5866765" y="7904683"/>
                </a:lnTo>
                <a:lnTo>
                  <a:pt x="5866765" y="6853174"/>
                </a:lnTo>
                <a:lnTo>
                  <a:pt x="5866765" y="6327140"/>
                </a:lnTo>
                <a:close/>
              </a:path>
              <a:path w="5867400" h="8185150">
                <a:moveTo>
                  <a:pt x="5866765" y="2121789"/>
                </a:moveTo>
                <a:lnTo>
                  <a:pt x="5860796" y="2121789"/>
                </a:lnTo>
                <a:lnTo>
                  <a:pt x="5860796" y="3173603"/>
                </a:lnTo>
                <a:lnTo>
                  <a:pt x="5860796" y="5275453"/>
                </a:lnTo>
                <a:lnTo>
                  <a:pt x="5860796" y="6327013"/>
                </a:lnTo>
                <a:lnTo>
                  <a:pt x="5866765" y="6327013"/>
                </a:lnTo>
                <a:lnTo>
                  <a:pt x="5866765" y="5275453"/>
                </a:lnTo>
                <a:lnTo>
                  <a:pt x="5866765" y="3173603"/>
                </a:lnTo>
                <a:lnTo>
                  <a:pt x="5866765" y="2121789"/>
                </a:lnTo>
                <a:close/>
              </a:path>
              <a:path w="5867400" h="8185150">
                <a:moveTo>
                  <a:pt x="5866765" y="0"/>
                </a:moveTo>
                <a:lnTo>
                  <a:pt x="5860796" y="0"/>
                </a:lnTo>
                <a:lnTo>
                  <a:pt x="5860796" y="1595882"/>
                </a:lnTo>
                <a:lnTo>
                  <a:pt x="5860796" y="2121662"/>
                </a:lnTo>
                <a:lnTo>
                  <a:pt x="5866765" y="2121662"/>
                </a:lnTo>
                <a:lnTo>
                  <a:pt x="5866765" y="1595882"/>
                </a:lnTo>
                <a:lnTo>
                  <a:pt x="5866765" y="0"/>
                </a:lnTo>
                <a:close/>
              </a:path>
              <a:path w="5867400" h="8185150">
                <a:moveTo>
                  <a:pt x="5866866" y="8179028"/>
                </a:moveTo>
                <a:lnTo>
                  <a:pt x="5860796" y="8179028"/>
                </a:lnTo>
                <a:lnTo>
                  <a:pt x="5860796" y="8185099"/>
                </a:lnTo>
                <a:lnTo>
                  <a:pt x="5866866" y="8185099"/>
                </a:lnTo>
                <a:lnTo>
                  <a:pt x="5866866" y="8179028"/>
                </a:lnTo>
                <a:close/>
              </a:path>
              <a:path w="5867400" h="8185150">
                <a:moveTo>
                  <a:pt x="5866866" y="7904696"/>
                </a:moveTo>
                <a:lnTo>
                  <a:pt x="5860796" y="7904696"/>
                </a:lnTo>
                <a:lnTo>
                  <a:pt x="5860796" y="8179003"/>
                </a:lnTo>
                <a:lnTo>
                  <a:pt x="5866866" y="8179003"/>
                </a:lnTo>
                <a:lnTo>
                  <a:pt x="5866866" y="7904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856233"/>
            <a:ext cx="2688590" cy="8175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4465" marR="1313180" indent="-114300">
              <a:lnSpc>
                <a:spcPct val="143800"/>
              </a:lnSpc>
              <a:spcBef>
                <a:spcPts val="90"/>
              </a:spcBef>
            </a:pPr>
            <a:r>
              <a:rPr sz="1200" spc="-25" dirty="0">
                <a:latin typeface="Times New Roman"/>
                <a:cs typeface="Times New Roman"/>
              </a:rPr>
              <a:t>justify-</a:t>
            </a:r>
            <a:r>
              <a:rPr sz="1200" spc="-20" dirty="0">
                <a:latin typeface="Times New Roman"/>
                <a:cs typeface="Times New Roman"/>
              </a:rPr>
              <a:t>content:center; </a:t>
            </a:r>
            <a:r>
              <a:rPr sz="1200" spc="-25" dirty="0">
                <a:latin typeface="Times New Roman"/>
                <a:cs typeface="Times New Roman"/>
              </a:rPr>
              <a:t>align-</a:t>
            </a:r>
            <a:r>
              <a:rPr sz="1200" spc="-10" dirty="0">
                <a:latin typeface="Times New Roman"/>
                <a:cs typeface="Times New Roman"/>
              </a:rPr>
              <a:t>items:center; background: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linear-</a:t>
            </a:r>
            <a:r>
              <a:rPr sz="1200" spc="-10" dirty="0">
                <a:latin typeface="Times New Roman"/>
                <a:cs typeface="Times New Roman"/>
              </a:rPr>
              <a:t>gradient(</a:t>
            </a:r>
            <a:endParaRPr sz="1200">
              <a:latin typeface="Times New Roman"/>
              <a:cs typeface="Times New Roman"/>
            </a:endParaRPr>
          </a:p>
          <a:p>
            <a:pPr marL="164465" marR="2004695" algn="just">
              <a:lnSpc>
                <a:spcPct val="1436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135deg, </a:t>
            </a:r>
            <a:r>
              <a:rPr sz="1200" spc="-25" dirty="0">
                <a:latin typeface="Times New Roman"/>
                <a:cs typeface="Times New Roman"/>
              </a:rPr>
              <a:t>#dbeafe, </a:t>
            </a:r>
            <a:r>
              <a:rPr sz="1200" spc="-10" dirty="0">
                <a:latin typeface="Times New Roman"/>
                <a:cs typeface="Times New Roman"/>
              </a:rPr>
              <a:t>#bfdbfe, #93c5fd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40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 marR="1506855" indent="-152400">
              <a:lnSpc>
                <a:spcPct val="143600"/>
              </a:lnSpc>
              <a:spcBef>
                <a:spcPts val="10"/>
              </a:spcBef>
            </a:pPr>
            <a:r>
              <a:rPr sz="1200" spc="-25" dirty="0">
                <a:latin typeface="Times New Roman"/>
                <a:cs typeface="Times New Roman"/>
              </a:rPr>
              <a:t>.register-</a:t>
            </a:r>
            <a:r>
              <a:rPr sz="1200" spc="-10" dirty="0">
                <a:latin typeface="Times New Roman"/>
                <a:cs typeface="Times New Roman"/>
              </a:rPr>
              <a:t>container{ width:950px; height:580px; display:flex;</a:t>
            </a:r>
            <a:endParaRPr sz="1200">
              <a:latin typeface="Times New Roman"/>
              <a:cs typeface="Times New Roman"/>
            </a:endParaRPr>
          </a:p>
          <a:p>
            <a:pPr marL="164465" marR="1329690">
              <a:lnSpc>
                <a:spcPct val="143300"/>
              </a:lnSpc>
              <a:spcBef>
                <a:spcPts val="15"/>
              </a:spcBef>
            </a:pPr>
            <a:r>
              <a:rPr sz="1200" spc="-25" dirty="0">
                <a:latin typeface="Times New Roman"/>
                <a:cs typeface="Times New Roman"/>
              </a:rPr>
              <a:t>border-</a:t>
            </a:r>
            <a:r>
              <a:rPr sz="1200" spc="-20" dirty="0">
                <a:latin typeface="Times New Roman"/>
                <a:cs typeface="Times New Roman"/>
              </a:rPr>
              <a:t>radius:25px; </a:t>
            </a:r>
            <a:r>
              <a:rPr sz="1200" spc="-10" dirty="0">
                <a:latin typeface="Times New Roman"/>
                <a:cs typeface="Times New Roman"/>
              </a:rPr>
              <a:t>overflow:hidden;</a:t>
            </a:r>
            <a:endParaRPr sz="1200">
              <a:latin typeface="Times New Roman"/>
              <a:cs typeface="Times New Roman"/>
            </a:endParaRPr>
          </a:p>
          <a:p>
            <a:pPr marL="164465" marR="5080">
              <a:lnSpc>
                <a:spcPct val="143300"/>
              </a:lnSpc>
              <a:spcBef>
                <a:spcPts val="25"/>
              </a:spcBef>
            </a:pPr>
            <a:r>
              <a:rPr sz="1200" spc="-10" dirty="0">
                <a:latin typeface="Times New Roman"/>
                <a:cs typeface="Times New Roman"/>
              </a:rPr>
              <a:t>box-shadow:0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10px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30px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rgba(0,0,0,0.2); background:white;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LEFT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*/</a:t>
            </a:r>
            <a:endParaRPr sz="1200">
              <a:latin typeface="Times New Roman"/>
              <a:cs typeface="Times New Roman"/>
            </a:endParaRPr>
          </a:p>
          <a:p>
            <a:pPr marL="127000" marR="1805305" indent="-114300">
              <a:lnSpc>
                <a:spcPct val="143300"/>
              </a:lnSpc>
              <a:spcBef>
                <a:spcPts val="15"/>
              </a:spcBef>
            </a:pPr>
            <a:r>
              <a:rPr sz="1200" spc="-25" dirty="0">
                <a:latin typeface="Times New Roman"/>
                <a:cs typeface="Times New Roman"/>
              </a:rPr>
              <a:t>.left-</a:t>
            </a:r>
            <a:r>
              <a:rPr sz="1200" spc="-10" dirty="0">
                <a:latin typeface="Times New Roman"/>
                <a:cs typeface="Times New Roman"/>
              </a:rPr>
              <a:t>panel{ width:50%; </a:t>
            </a:r>
            <a:r>
              <a:rPr sz="1200" spc="-20" dirty="0">
                <a:latin typeface="Times New Roman"/>
                <a:cs typeface="Times New Roman"/>
              </a:rPr>
              <a:t>background:</a:t>
            </a:r>
            <a:endParaRPr sz="1200">
              <a:latin typeface="Times New Roman"/>
              <a:cs typeface="Times New Roman"/>
            </a:endParaRPr>
          </a:p>
          <a:p>
            <a:pPr marL="12700" marR="1739264">
              <a:lnSpc>
                <a:spcPct val="143400"/>
              </a:lnSpc>
              <a:spcBef>
                <a:spcPts val="25"/>
              </a:spcBef>
            </a:pPr>
            <a:r>
              <a:rPr sz="1200" spc="-25" dirty="0">
                <a:latin typeface="Times New Roman"/>
                <a:cs typeface="Times New Roman"/>
              </a:rPr>
              <a:t>linear-</a:t>
            </a:r>
            <a:r>
              <a:rPr sz="1200" spc="-20" dirty="0">
                <a:latin typeface="Times New Roman"/>
                <a:cs typeface="Times New Roman"/>
              </a:rPr>
              <a:t>gradient( </a:t>
            </a:r>
            <a:r>
              <a:rPr sz="1200" spc="-10" dirty="0">
                <a:latin typeface="Times New Roman"/>
                <a:cs typeface="Times New Roman"/>
              </a:rPr>
              <a:t>135deg, #2563eb,</a:t>
            </a:r>
            <a:endParaRPr sz="1200">
              <a:latin typeface="Times New Roman"/>
              <a:cs typeface="Times New Roman"/>
            </a:endParaRPr>
          </a:p>
          <a:p>
            <a:pPr marL="12700" marR="2149475">
              <a:lnSpc>
                <a:spcPct val="143300"/>
              </a:lnSpc>
              <a:spcBef>
                <a:spcPts val="10"/>
              </a:spcBef>
            </a:pPr>
            <a:r>
              <a:rPr sz="1200" spc="-25" dirty="0">
                <a:latin typeface="Times New Roman"/>
                <a:cs typeface="Times New Roman"/>
              </a:rPr>
              <a:t>#1e40af, </a:t>
            </a:r>
            <a:r>
              <a:rPr sz="1200" spc="-10" dirty="0">
                <a:latin typeface="Times New Roman"/>
                <a:cs typeface="Times New Roman"/>
              </a:rPr>
              <a:t>#0f172a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>
              <a:latin typeface="Times New Roman"/>
              <a:cs typeface="Times New Roman"/>
            </a:endParaRPr>
          </a:p>
          <a:p>
            <a:pPr marL="164465" marR="1770380">
              <a:lnSpc>
                <a:spcPct val="143300"/>
              </a:lnSpc>
              <a:spcBef>
                <a:spcPts val="15"/>
              </a:spcBef>
            </a:pPr>
            <a:r>
              <a:rPr sz="1200" spc="-10" dirty="0">
                <a:latin typeface="Times New Roman"/>
                <a:cs typeface="Times New Roman"/>
              </a:rPr>
              <a:t>color:white; </a:t>
            </a:r>
            <a:r>
              <a:rPr sz="1200" spc="-20" dirty="0">
                <a:latin typeface="Times New Roman"/>
                <a:cs typeface="Times New Roman"/>
              </a:rPr>
              <a:t>display:flex;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15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47419"/>
            <a:ext cx="5867400" cy="8185150"/>
          </a:xfrm>
          <a:custGeom>
            <a:avLst/>
            <a:gdLst/>
            <a:ahLst/>
            <a:cxnLst/>
            <a:rect l="l" t="t" r="r" b="b"/>
            <a:pathLst>
              <a:path w="5867400" h="8185150">
                <a:moveTo>
                  <a:pt x="6096" y="7904696"/>
                </a:moveTo>
                <a:lnTo>
                  <a:pt x="0" y="7904696"/>
                </a:lnTo>
                <a:lnTo>
                  <a:pt x="0" y="8179003"/>
                </a:lnTo>
                <a:lnTo>
                  <a:pt x="6096" y="8179003"/>
                </a:lnTo>
                <a:lnTo>
                  <a:pt x="6096" y="7904696"/>
                </a:lnTo>
                <a:close/>
              </a:path>
              <a:path w="5867400" h="8185150">
                <a:moveTo>
                  <a:pt x="6096" y="6327140"/>
                </a:moveTo>
                <a:lnTo>
                  <a:pt x="0" y="6327140"/>
                </a:lnTo>
                <a:lnTo>
                  <a:pt x="0" y="6853174"/>
                </a:lnTo>
                <a:lnTo>
                  <a:pt x="0" y="7904683"/>
                </a:lnTo>
                <a:lnTo>
                  <a:pt x="6096" y="7904683"/>
                </a:lnTo>
                <a:lnTo>
                  <a:pt x="6096" y="6853174"/>
                </a:lnTo>
                <a:lnTo>
                  <a:pt x="6096" y="6327140"/>
                </a:lnTo>
                <a:close/>
              </a:path>
              <a:path w="5867400" h="8185150">
                <a:moveTo>
                  <a:pt x="6096" y="2121789"/>
                </a:moveTo>
                <a:lnTo>
                  <a:pt x="0" y="2121789"/>
                </a:lnTo>
                <a:lnTo>
                  <a:pt x="0" y="3173603"/>
                </a:lnTo>
                <a:lnTo>
                  <a:pt x="0" y="5275453"/>
                </a:lnTo>
                <a:lnTo>
                  <a:pt x="0" y="6327013"/>
                </a:lnTo>
                <a:lnTo>
                  <a:pt x="6096" y="6327013"/>
                </a:lnTo>
                <a:lnTo>
                  <a:pt x="6096" y="5275453"/>
                </a:lnTo>
                <a:lnTo>
                  <a:pt x="6096" y="3173603"/>
                </a:lnTo>
                <a:lnTo>
                  <a:pt x="6096" y="2121789"/>
                </a:lnTo>
                <a:close/>
              </a:path>
              <a:path w="5867400" h="8185150">
                <a:moveTo>
                  <a:pt x="5860669" y="8179016"/>
                </a:moveTo>
                <a:lnTo>
                  <a:pt x="0" y="8179016"/>
                </a:lnTo>
                <a:lnTo>
                  <a:pt x="0" y="8185099"/>
                </a:lnTo>
                <a:lnTo>
                  <a:pt x="5860669" y="8185099"/>
                </a:lnTo>
                <a:lnTo>
                  <a:pt x="5860669" y="8179016"/>
                </a:lnTo>
                <a:close/>
              </a:path>
              <a:path w="5867400" h="8185150">
                <a:moveTo>
                  <a:pt x="5860669" y="0"/>
                </a:moveTo>
                <a:lnTo>
                  <a:pt x="0" y="0"/>
                </a:lnTo>
                <a:lnTo>
                  <a:pt x="0" y="6350"/>
                </a:lnTo>
                <a:lnTo>
                  <a:pt x="0" y="1595882"/>
                </a:lnTo>
                <a:lnTo>
                  <a:pt x="0" y="1596390"/>
                </a:lnTo>
                <a:lnTo>
                  <a:pt x="0" y="2121662"/>
                </a:lnTo>
                <a:lnTo>
                  <a:pt x="6096" y="2121662"/>
                </a:lnTo>
                <a:lnTo>
                  <a:pt x="6096" y="1596390"/>
                </a:lnTo>
                <a:lnTo>
                  <a:pt x="6096" y="1595882"/>
                </a:lnTo>
                <a:lnTo>
                  <a:pt x="6096" y="6350"/>
                </a:lnTo>
                <a:lnTo>
                  <a:pt x="5860669" y="6350"/>
                </a:lnTo>
                <a:lnTo>
                  <a:pt x="5860669" y="0"/>
                </a:lnTo>
                <a:close/>
              </a:path>
              <a:path w="5867400" h="8185150">
                <a:moveTo>
                  <a:pt x="5866765" y="6327140"/>
                </a:moveTo>
                <a:lnTo>
                  <a:pt x="5860796" y="6327140"/>
                </a:lnTo>
                <a:lnTo>
                  <a:pt x="5860796" y="6853174"/>
                </a:lnTo>
                <a:lnTo>
                  <a:pt x="5860796" y="7904683"/>
                </a:lnTo>
                <a:lnTo>
                  <a:pt x="5866765" y="7904683"/>
                </a:lnTo>
                <a:lnTo>
                  <a:pt x="5866765" y="6853174"/>
                </a:lnTo>
                <a:lnTo>
                  <a:pt x="5866765" y="6327140"/>
                </a:lnTo>
                <a:close/>
              </a:path>
              <a:path w="5867400" h="8185150">
                <a:moveTo>
                  <a:pt x="5866765" y="2121789"/>
                </a:moveTo>
                <a:lnTo>
                  <a:pt x="5860796" y="2121789"/>
                </a:lnTo>
                <a:lnTo>
                  <a:pt x="5860796" y="3173603"/>
                </a:lnTo>
                <a:lnTo>
                  <a:pt x="5860796" y="5275453"/>
                </a:lnTo>
                <a:lnTo>
                  <a:pt x="5860796" y="6327013"/>
                </a:lnTo>
                <a:lnTo>
                  <a:pt x="5866765" y="6327013"/>
                </a:lnTo>
                <a:lnTo>
                  <a:pt x="5866765" y="5275453"/>
                </a:lnTo>
                <a:lnTo>
                  <a:pt x="5866765" y="3173603"/>
                </a:lnTo>
                <a:lnTo>
                  <a:pt x="5866765" y="2121789"/>
                </a:lnTo>
                <a:close/>
              </a:path>
              <a:path w="5867400" h="8185150">
                <a:moveTo>
                  <a:pt x="5866765" y="0"/>
                </a:moveTo>
                <a:lnTo>
                  <a:pt x="5860796" y="0"/>
                </a:lnTo>
                <a:lnTo>
                  <a:pt x="5860796" y="1595882"/>
                </a:lnTo>
                <a:lnTo>
                  <a:pt x="5860796" y="2121662"/>
                </a:lnTo>
                <a:lnTo>
                  <a:pt x="5866765" y="2121662"/>
                </a:lnTo>
                <a:lnTo>
                  <a:pt x="5866765" y="1595882"/>
                </a:lnTo>
                <a:lnTo>
                  <a:pt x="5866765" y="0"/>
                </a:lnTo>
                <a:close/>
              </a:path>
              <a:path w="5867400" h="8185150">
                <a:moveTo>
                  <a:pt x="5866866" y="8179028"/>
                </a:moveTo>
                <a:lnTo>
                  <a:pt x="5860796" y="8179028"/>
                </a:lnTo>
                <a:lnTo>
                  <a:pt x="5860796" y="8185099"/>
                </a:lnTo>
                <a:lnTo>
                  <a:pt x="5866866" y="8185099"/>
                </a:lnTo>
                <a:lnTo>
                  <a:pt x="5866866" y="8179028"/>
                </a:lnTo>
                <a:close/>
              </a:path>
              <a:path w="5867400" h="8185150">
                <a:moveTo>
                  <a:pt x="5866866" y="7904696"/>
                </a:moveTo>
                <a:lnTo>
                  <a:pt x="5860796" y="7904696"/>
                </a:lnTo>
                <a:lnTo>
                  <a:pt x="5860796" y="8179003"/>
                </a:lnTo>
                <a:lnTo>
                  <a:pt x="5866866" y="8179003"/>
                </a:lnTo>
                <a:lnTo>
                  <a:pt x="5866866" y="7904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856233"/>
            <a:ext cx="2206625" cy="8175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4465" marR="716915" indent="-114300">
              <a:lnSpc>
                <a:spcPct val="143600"/>
              </a:lnSpc>
              <a:spcBef>
                <a:spcPts val="95"/>
              </a:spcBef>
            </a:pPr>
            <a:r>
              <a:rPr sz="1200" spc="-25" dirty="0">
                <a:latin typeface="Times New Roman"/>
                <a:cs typeface="Times New Roman"/>
              </a:rPr>
              <a:t>flex-</a:t>
            </a:r>
            <a:r>
              <a:rPr sz="1200" spc="-10" dirty="0">
                <a:latin typeface="Times New Roman"/>
                <a:cs typeface="Times New Roman"/>
              </a:rPr>
              <a:t>direction:column; </a:t>
            </a:r>
            <a:r>
              <a:rPr sz="1200" spc="-25" dirty="0">
                <a:latin typeface="Times New Roman"/>
                <a:cs typeface="Times New Roman"/>
              </a:rPr>
              <a:t>justify-</a:t>
            </a:r>
            <a:r>
              <a:rPr sz="1200" spc="-20" dirty="0">
                <a:latin typeface="Times New Roman"/>
                <a:cs typeface="Times New Roman"/>
              </a:rPr>
              <a:t>content:center; </a:t>
            </a:r>
            <a:r>
              <a:rPr sz="1200" spc="-25" dirty="0">
                <a:latin typeface="Times New Roman"/>
                <a:cs typeface="Times New Roman"/>
              </a:rPr>
              <a:t>align-</a:t>
            </a:r>
            <a:r>
              <a:rPr sz="1200" spc="-10" dirty="0">
                <a:latin typeface="Times New Roman"/>
                <a:cs typeface="Times New Roman"/>
              </a:rPr>
              <a:t>items:center; </a:t>
            </a:r>
            <a:r>
              <a:rPr sz="1200" spc="-25" dirty="0">
                <a:latin typeface="Times New Roman"/>
                <a:cs typeface="Times New Roman"/>
              </a:rPr>
              <a:t>text-</a:t>
            </a:r>
            <a:r>
              <a:rPr sz="1200" spc="-10" dirty="0">
                <a:latin typeface="Times New Roman"/>
                <a:cs typeface="Times New Roman"/>
              </a:rPr>
              <a:t>align:center;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padding:40px;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164465" marR="1129665" indent="-152400">
              <a:lnSpc>
                <a:spcPct val="144200"/>
              </a:lnSpc>
            </a:pPr>
            <a:r>
              <a:rPr sz="1200" spc="-10" dirty="0">
                <a:latin typeface="Times New Roman"/>
                <a:cs typeface="Times New Roman"/>
              </a:rPr>
              <a:t>.left-</a:t>
            </a:r>
            <a:r>
              <a:rPr sz="1200" dirty="0">
                <a:latin typeface="Times New Roman"/>
                <a:cs typeface="Times New Roman"/>
              </a:rPr>
              <a:t>panel</a:t>
            </a:r>
            <a:r>
              <a:rPr sz="1200" spc="-25" dirty="0">
                <a:latin typeface="Times New Roman"/>
                <a:cs typeface="Times New Roman"/>
              </a:rPr>
              <a:t> h1{ font-</a:t>
            </a:r>
            <a:r>
              <a:rPr sz="1200" spc="-20" dirty="0">
                <a:latin typeface="Times New Roman"/>
                <a:cs typeface="Times New Roman"/>
              </a:rPr>
              <a:t>size:48px;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10" dirty="0">
                <a:latin typeface="Times New Roman"/>
                <a:cs typeface="Times New Roman"/>
              </a:rPr>
              <a:t>bottom:20px;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text-</a:t>
            </a:r>
            <a:r>
              <a:rPr sz="1200" dirty="0">
                <a:latin typeface="Times New Roman"/>
                <a:cs typeface="Times New Roman"/>
              </a:rPr>
              <a:t>shadow:2px 2px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10px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black;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 marR="1117600" indent="-152400">
              <a:lnSpc>
                <a:spcPct val="1438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.left-</a:t>
            </a:r>
            <a:r>
              <a:rPr sz="1200" dirty="0">
                <a:latin typeface="Times New Roman"/>
                <a:cs typeface="Times New Roman"/>
              </a:rPr>
              <a:t>panel</a:t>
            </a:r>
            <a:r>
              <a:rPr sz="1200" spc="-25" dirty="0">
                <a:latin typeface="Times New Roman"/>
                <a:cs typeface="Times New Roman"/>
              </a:rPr>
              <a:t> p{ font-</a:t>
            </a:r>
            <a:r>
              <a:rPr sz="1200" spc="-10" dirty="0">
                <a:latin typeface="Times New Roman"/>
                <a:cs typeface="Times New Roman"/>
              </a:rPr>
              <a:t>size:18px; </a:t>
            </a:r>
            <a:r>
              <a:rPr sz="1200" spc="-25" dirty="0">
                <a:latin typeface="Times New Roman"/>
                <a:cs typeface="Times New Roman"/>
              </a:rPr>
              <a:t>line-</a:t>
            </a:r>
            <a:r>
              <a:rPr sz="1200" spc="-20" dirty="0">
                <a:latin typeface="Times New Roman"/>
                <a:cs typeface="Times New Roman"/>
              </a:rPr>
              <a:t>height:1.6;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RIGHT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*/</a:t>
            </a:r>
            <a:endParaRPr sz="1200">
              <a:latin typeface="Times New Roman"/>
              <a:cs typeface="Times New Roman"/>
            </a:endParaRPr>
          </a:p>
          <a:p>
            <a:pPr marL="164465" marR="1288415" indent="-152400">
              <a:lnSpc>
                <a:spcPct val="143300"/>
              </a:lnSpc>
              <a:spcBef>
                <a:spcPts val="25"/>
              </a:spcBef>
            </a:pPr>
            <a:r>
              <a:rPr sz="1200" spc="-25" dirty="0">
                <a:latin typeface="Times New Roman"/>
                <a:cs typeface="Times New Roman"/>
              </a:rPr>
              <a:t>.right-</a:t>
            </a:r>
            <a:r>
              <a:rPr sz="1200" spc="-10" dirty="0">
                <a:latin typeface="Times New Roman"/>
                <a:cs typeface="Times New Roman"/>
              </a:rPr>
              <a:t>panel{ width:50%; </a:t>
            </a:r>
            <a:r>
              <a:rPr sz="1200" spc="-20" dirty="0">
                <a:latin typeface="Times New Roman"/>
                <a:cs typeface="Times New Roman"/>
              </a:rPr>
              <a:t>display:flex;</a:t>
            </a:r>
            <a:endParaRPr sz="1200">
              <a:latin typeface="Times New Roman"/>
              <a:cs typeface="Times New Roman"/>
            </a:endParaRPr>
          </a:p>
          <a:p>
            <a:pPr marL="164465" marR="716915">
              <a:lnSpc>
                <a:spcPct val="143900"/>
              </a:lnSpc>
            </a:pPr>
            <a:r>
              <a:rPr sz="1200" spc="-25" dirty="0">
                <a:latin typeface="Times New Roman"/>
                <a:cs typeface="Times New Roman"/>
              </a:rPr>
              <a:t>justify-</a:t>
            </a:r>
            <a:r>
              <a:rPr sz="1200" spc="-20" dirty="0">
                <a:latin typeface="Times New Roman"/>
                <a:cs typeface="Times New Roman"/>
              </a:rPr>
              <a:t>content:center; </a:t>
            </a:r>
            <a:r>
              <a:rPr sz="1200" spc="-25" dirty="0">
                <a:latin typeface="Times New Roman"/>
                <a:cs typeface="Times New Roman"/>
              </a:rPr>
              <a:t>align-</a:t>
            </a:r>
            <a:r>
              <a:rPr sz="1200" spc="-10" dirty="0">
                <a:latin typeface="Times New Roman"/>
                <a:cs typeface="Times New Roman"/>
              </a:rPr>
              <a:t>items:center; background:white;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 marR="1335405" indent="-152400">
              <a:lnSpc>
                <a:spcPct val="143300"/>
              </a:lnSpc>
              <a:spcBef>
                <a:spcPts val="15"/>
              </a:spcBef>
            </a:pPr>
            <a:r>
              <a:rPr sz="1200" spc="-25" dirty="0">
                <a:latin typeface="Times New Roman"/>
                <a:cs typeface="Times New Roman"/>
              </a:rPr>
              <a:t>.form-</a:t>
            </a:r>
            <a:r>
              <a:rPr sz="1200" spc="-20" dirty="0">
                <a:latin typeface="Times New Roman"/>
                <a:cs typeface="Times New Roman"/>
              </a:rPr>
              <a:t>box{ width:80%;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 marR="1129665" indent="-152400">
              <a:lnSpc>
                <a:spcPct val="143300"/>
              </a:lnSpc>
              <a:spcBef>
                <a:spcPts val="20"/>
              </a:spcBef>
            </a:pPr>
            <a:r>
              <a:rPr sz="1200" spc="-10" dirty="0">
                <a:latin typeface="Times New Roman"/>
                <a:cs typeface="Times New Roman"/>
              </a:rPr>
              <a:t>.form-</a:t>
            </a:r>
            <a:r>
              <a:rPr sz="1200" dirty="0">
                <a:latin typeface="Times New Roman"/>
                <a:cs typeface="Times New Roman"/>
              </a:rPr>
              <a:t>box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h2{ font-</a:t>
            </a:r>
            <a:r>
              <a:rPr sz="1200" spc="-20" dirty="0">
                <a:latin typeface="Times New Roman"/>
                <a:cs typeface="Times New Roman"/>
              </a:rPr>
              <a:t>size:35px;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16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47419"/>
            <a:ext cx="5867400" cy="8185150"/>
          </a:xfrm>
          <a:custGeom>
            <a:avLst/>
            <a:gdLst/>
            <a:ahLst/>
            <a:cxnLst/>
            <a:rect l="l" t="t" r="r" b="b"/>
            <a:pathLst>
              <a:path w="5867400" h="8185150">
                <a:moveTo>
                  <a:pt x="6096" y="7904696"/>
                </a:moveTo>
                <a:lnTo>
                  <a:pt x="0" y="7904696"/>
                </a:lnTo>
                <a:lnTo>
                  <a:pt x="0" y="8179003"/>
                </a:lnTo>
                <a:lnTo>
                  <a:pt x="6096" y="8179003"/>
                </a:lnTo>
                <a:lnTo>
                  <a:pt x="6096" y="7904696"/>
                </a:lnTo>
                <a:close/>
              </a:path>
              <a:path w="5867400" h="8185150">
                <a:moveTo>
                  <a:pt x="6096" y="6327140"/>
                </a:moveTo>
                <a:lnTo>
                  <a:pt x="0" y="6327140"/>
                </a:lnTo>
                <a:lnTo>
                  <a:pt x="0" y="6853174"/>
                </a:lnTo>
                <a:lnTo>
                  <a:pt x="0" y="7904683"/>
                </a:lnTo>
                <a:lnTo>
                  <a:pt x="6096" y="7904683"/>
                </a:lnTo>
                <a:lnTo>
                  <a:pt x="6096" y="6853174"/>
                </a:lnTo>
                <a:lnTo>
                  <a:pt x="6096" y="6327140"/>
                </a:lnTo>
                <a:close/>
              </a:path>
              <a:path w="5867400" h="8185150">
                <a:moveTo>
                  <a:pt x="6096" y="2121789"/>
                </a:moveTo>
                <a:lnTo>
                  <a:pt x="0" y="2121789"/>
                </a:lnTo>
                <a:lnTo>
                  <a:pt x="0" y="3173603"/>
                </a:lnTo>
                <a:lnTo>
                  <a:pt x="0" y="5275453"/>
                </a:lnTo>
                <a:lnTo>
                  <a:pt x="0" y="6327013"/>
                </a:lnTo>
                <a:lnTo>
                  <a:pt x="6096" y="6327013"/>
                </a:lnTo>
                <a:lnTo>
                  <a:pt x="6096" y="5275453"/>
                </a:lnTo>
                <a:lnTo>
                  <a:pt x="6096" y="3173603"/>
                </a:lnTo>
                <a:lnTo>
                  <a:pt x="6096" y="2121789"/>
                </a:lnTo>
                <a:close/>
              </a:path>
              <a:path w="5867400" h="8185150">
                <a:moveTo>
                  <a:pt x="5860669" y="8179016"/>
                </a:moveTo>
                <a:lnTo>
                  <a:pt x="0" y="8179016"/>
                </a:lnTo>
                <a:lnTo>
                  <a:pt x="0" y="8185099"/>
                </a:lnTo>
                <a:lnTo>
                  <a:pt x="5860669" y="8185099"/>
                </a:lnTo>
                <a:lnTo>
                  <a:pt x="5860669" y="8179016"/>
                </a:lnTo>
                <a:close/>
              </a:path>
              <a:path w="5867400" h="8185150">
                <a:moveTo>
                  <a:pt x="5860669" y="0"/>
                </a:moveTo>
                <a:lnTo>
                  <a:pt x="0" y="0"/>
                </a:lnTo>
                <a:lnTo>
                  <a:pt x="0" y="6350"/>
                </a:lnTo>
                <a:lnTo>
                  <a:pt x="0" y="1595882"/>
                </a:lnTo>
                <a:lnTo>
                  <a:pt x="0" y="1596390"/>
                </a:lnTo>
                <a:lnTo>
                  <a:pt x="0" y="2121662"/>
                </a:lnTo>
                <a:lnTo>
                  <a:pt x="6096" y="2121662"/>
                </a:lnTo>
                <a:lnTo>
                  <a:pt x="6096" y="1596390"/>
                </a:lnTo>
                <a:lnTo>
                  <a:pt x="6096" y="1595882"/>
                </a:lnTo>
                <a:lnTo>
                  <a:pt x="6096" y="6350"/>
                </a:lnTo>
                <a:lnTo>
                  <a:pt x="5860669" y="6350"/>
                </a:lnTo>
                <a:lnTo>
                  <a:pt x="5860669" y="0"/>
                </a:lnTo>
                <a:close/>
              </a:path>
              <a:path w="5867400" h="8185150">
                <a:moveTo>
                  <a:pt x="5866765" y="6327140"/>
                </a:moveTo>
                <a:lnTo>
                  <a:pt x="5860796" y="6327140"/>
                </a:lnTo>
                <a:lnTo>
                  <a:pt x="5860796" y="6853174"/>
                </a:lnTo>
                <a:lnTo>
                  <a:pt x="5860796" y="7904683"/>
                </a:lnTo>
                <a:lnTo>
                  <a:pt x="5866765" y="7904683"/>
                </a:lnTo>
                <a:lnTo>
                  <a:pt x="5866765" y="6853174"/>
                </a:lnTo>
                <a:lnTo>
                  <a:pt x="5866765" y="6327140"/>
                </a:lnTo>
                <a:close/>
              </a:path>
              <a:path w="5867400" h="8185150">
                <a:moveTo>
                  <a:pt x="5866765" y="2121789"/>
                </a:moveTo>
                <a:lnTo>
                  <a:pt x="5860796" y="2121789"/>
                </a:lnTo>
                <a:lnTo>
                  <a:pt x="5860796" y="3173603"/>
                </a:lnTo>
                <a:lnTo>
                  <a:pt x="5860796" y="5275453"/>
                </a:lnTo>
                <a:lnTo>
                  <a:pt x="5860796" y="6327013"/>
                </a:lnTo>
                <a:lnTo>
                  <a:pt x="5866765" y="6327013"/>
                </a:lnTo>
                <a:lnTo>
                  <a:pt x="5866765" y="5275453"/>
                </a:lnTo>
                <a:lnTo>
                  <a:pt x="5866765" y="3173603"/>
                </a:lnTo>
                <a:lnTo>
                  <a:pt x="5866765" y="2121789"/>
                </a:lnTo>
                <a:close/>
              </a:path>
              <a:path w="5867400" h="8185150">
                <a:moveTo>
                  <a:pt x="5866765" y="0"/>
                </a:moveTo>
                <a:lnTo>
                  <a:pt x="5860796" y="0"/>
                </a:lnTo>
                <a:lnTo>
                  <a:pt x="5860796" y="1595882"/>
                </a:lnTo>
                <a:lnTo>
                  <a:pt x="5860796" y="2121662"/>
                </a:lnTo>
                <a:lnTo>
                  <a:pt x="5866765" y="2121662"/>
                </a:lnTo>
                <a:lnTo>
                  <a:pt x="5866765" y="1595882"/>
                </a:lnTo>
                <a:lnTo>
                  <a:pt x="5866765" y="0"/>
                </a:lnTo>
                <a:close/>
              </a:path>
              <a:path w="5867400" h="8185150">
                <a:moveTo>
                  <a:pt x="5866866" y="8179028"/>
                </a:moveTo>
                <a:lnTo>
                  <a:pt x="5860796" y="8179028"/>
                </a:lnTo>
                <a:lnTo>
                  <a:pt x="5860796" y="8185099"/>
                </a:lnTo>
                <a:lnTo>
                  <a:pt x="5866866" y="8185099"/>
                </a:lnTo>
                <a:lnTo>
                  <a:pt x="5866866" y="8179028"/>
                </a:lnTo>
                <a:close/>
              </a:path>
              <a:path w="5867400" h="8185150">
                <a:moveTo>
                  <a:pt x="5866866" y="7904696"/>
                </a:moveTo>
                <a:lnTo>
                  <a:pt x="5860796" y="7904696"/>
                </a:lnTo>
                <a:lnTo>
                  <a:pt x="5860796" y="8179003"/>
                </a:lnTo>
                <a:lnTo>
                  <a:pt x="5866866" y="8179003"/>
                </a:lnTo>
                <a:lnTo>
                  <a:pt x="5866866" y="7904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856233"/>
            <a:ext cx="1767205" cy="8175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314325" indent="-38100">
              <a:lnSpc>
                <a:spcPct val="1433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color:#1e3a8a; </a:t>
            </a: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20" dirty="0">
                <a:latin typeface="Times New Roman"/>
                <a:cs typeface="Times New Roman"/>
              </a:rPr>
              <a:t>bottom:10px;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 marR="939165" indent="-152400">
              <a:lnSpc>
                <a:spcPct val="142500"/>
              </a:lnSpc>
              <a:spcBef>
                <a:spcPts val="25"/>
              </a:spcBef>
            </a:pPr>
            <a:r>
              <a:rPr sz="1200" spc="-10" dirty="0">
                <a:latin typeface="Times New Roman"/>
                <a:cs typeface="Times New Roman"/>
              </a:rPr>
              <a:t>.form-</a:t>
            </a:r>
            <a:r>
              <a:rPr sz="1200" dirty="0">
                <a:latin typeface="Times New Roman"/>
                <a:cs typeface="Times New Roman"/>
              </a:rPr>
              <a:t>box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p{ </a:t>
            </a:r>
            <a:r>
              <a:rPr sz="1200" spc="-20" dirty="0">
                <a:latin typeface="Times New Roman"/>
                <a:cs typeface="Times New Roman"/>
              </a:rPr>
              <a:t>color:gray;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10" dirty="0">
                <a:latin typeface="Times New Roman"/>
                <a:cs typeface="Times New Roman"/>
              </a:rPr>
              <a:t>bottom:25px;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*/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334770">
              <a:lnSpc>
                <a:spcPct val="144200"/>
              </a:lnSpc>
            </a:pPr>
            <a:r>
              <a:rPr sz="1200" spc="-10" dirty="0">
                <a:latin typeface="Times New Roman"/>
                <a:cs typeface="Times New Roman"/>
              </a:rPr>
              <a:t>input, </a:t>
            </a:r>
            <a:r>
              <a:rPr sz="1200" spc="-25" dirty="0">
                <a:latin typeface="Times New Roman"/>
                <a:cs typeface="Times New Roman"/>
              </a:rPr>
              <a:t>select{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width:100%;</a:t>
            </a:r>
            <a:endParaRPr sz="1200">
              <a:latin typeface="Times New Roman"/>
              <a:cs typeface="Times New Roman"/>
            </a:endParaRPr>
          </a:p>
          <a:p>
            <a:pPr marL="164465" marR="314325">
              <a:lnSpc>
                <a:spcPct val="143700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padding:14px; </a:t>
            </a: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20" dirty="0">
                <a:latin typeface="Times New Roman"/>
                <a:cs typeface="Times New Roman"/>
              </a:rPr>
              <a:t>bottom:18px; </a:t>
            </a:r>
            <a:r>
              <a:rPr sz="1200" spc="-10" dirty="0">
                <a:latin typeface="Times New Roman"/>
                <a:cs typeface="Times New Roman"/>
              </a:rPr>
              <a:t>border:none;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border-</a:t>
            </a:r>
            <a:r>
              <a:rPr sz="1200" spc="-10" dirty="0">
                <a:latin typeface="Times New Roman"/>
                <a:cs typeface="Times New Roman"/>
              </a:rPr>
              <a:t>radius:10px;</a:t>
            </a:r>
            <a:endParaRPr sz="1200">
              <a:latin typeface="Times New Roman"/>
              <a:cs typeface="Times New Roman"/>
            </a:endParaRPr>
          </a:p>
          <a:p>
            <a:pPr marL="164465" marR="356870">
              <a:lnSpc>
                <a:spcPct val="143300"/>
              </a:lnSpc>
              <a:spcBef>
                <a:spcPts val="15"/>
              </a:spcBef>
            </a:pPr>
            <a:r>
              <a:rPr sz="1200" spc="-20" dirty="0">
                <a:latin typeface="Times New Roman"/>
                <a:cs typeface="Times New Roman"/>
              </a:rPr>
              <a:t>background:#f1f5f9; </a:t>
            </a:r>
            <a:r>
              <a:rPr sz="1200" spc="-25" dirty="0">
                <a:latin typeface="Times New Roman"/>
                <a:cs typeface="Times New Roman"/>
              </a:rPr>
              <a:t>font-</a:t>
            </a:r>
            <a:r>
              <a:rPr sz="1200" spc="-10" dirty="0">
                <a:latin typeface="Times New Roman"/>
                <a:cs typeface="Times New Roman"/>
              </a:rPr>
              <a:t>size:15px;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 marR="970915">
              <a:lnSpc>
                <a:spcPct val="1442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input:focus, </a:t>
            </a:r>
            <a:r>
              <a:rPr sz="1200" spc="-20" dirty="0">
                <a:latin typeface="Times New Roman"/>
                <a:cs typeface="Times New Roman"/>
              </a:rPr>
              <a:t>select:focus{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outline:none;</a:t>
            </a:r>
            <a:endParaRPr sz="1200">
              <a:latin typeface="Times New Roman"/>
              <a:cs typeface="Times New Roman"/>
            </a:endParaRPr>
          </a:p>
          <a:p>
            <a:pPr marL="164465" marR="5080">
              <a:lnSpc>
                <a:spcPct val="1433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border:2px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solid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#2563eb; background:white;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 marR="833755">
              <a:lnSpc>
                <a:spcPct val="143300"/>
              </a:lnSpc>
              <a:spcBef>
                <a:spcPts val="20"/>
              </a:spcBef>
            </a:pPr>
            <a:r>
              <a:rPr sz="1200" spc="-10" dirty="0">
                <a:latin typeface="Times New Roman"/>
                <a:cs typeface="Times New Roman"/>
              </a:rPr>
              <a:t>/*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BUTTON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*/ </a:t>
            </a:r>
            <a:r>
              <a:rPr sz="1200" spc="-10" dirty="0">
                <a:latin typeface="Times New Roman"/>
                <a:cs typeface="Times New Roman"/>
              </a:rPr>
              <a:t>button{</a:t>
            </a:r>
            <a:endParaRPr sz="1200">
              <a:latin typeface="Times New Roman"/>
              <a:cs typeface="Times New Roman"/>
            </a:endParaRPr>
          </a:p>
          <a:p>
            <a:pPr marL="164465" marR="408940">
              <a:lnSpc>
                <a:spcPct val="1436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width:100%; padding:14px; border:none; </a:t>
            </a:r>
            <a:r>
              <a:rPr sz="1200" spc="-25" dirty="0">
                <a:latin typeface="Times New Roman"/>
                <a:cs typeface="Times New Roman"/>
              </a:rPr>
              <a:t>border-</a:t>
            </a:r>
            <a:r>
              <a:rPr sz="1200" spc="-20" dirty="0">
                <a:latin typeface="Times New Roman"/>
                <a:cs typeface="Times New Roman"/>
              </a:rPr>
              <a:t>radius:10px;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17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47419"/>
            <a:ext cx="5867400" cy="8185150"/>
          </a:xfrm>
          <a:custGeom>
            <a:avLst/>
            <a:gdLst/>
            <a:ahLst/>
            <a:cxnLst/>
            <a:rect l="l" t="t" r="r" b="b"/>
            <a:pathLst>
              <a:path w="5867400" h="8185150">
                <a:moveTo>
                  <a:pt x="6096" y="7904696"/>
                </a:moveTo>
                <a:lnTo>
                  <a:pt x="0" y="7904696"/>
                </a:lnTo>
                <a:lnTo>
                  <a:pt x="0" y="8179003"/>
                </a:lnTo>
                <a:lnTo>
                  <a:pt x="6096" y="8179003"/>
                </a:lnTo>
                <a:lnTo>
                  <a:pt x="6096" y="7904696"/>
                </a:lnTo>
                <a:close/>
              </a:path>
              <a:path w="5867400" h="8185150">
                <a:moveTo>
                  <a:pt x="6096" y="6327140"/>
                </a:moveTo>
                <a:lnTo>
                  <a:pt x="0" y="6327140"/>
                </a:lnTo>
                <a:lnTo>
                  <a:pt x="0" y="6853174"/>
                </a:lnTo>
                <a:lnTo>
                  <a:pt x="0" y="7904683"/>
                </a:lnTo>
                <a:lnTo>
                  <a:pt x="6096" y="7904683"/>
                </a:lnTo>
                <a:lnTo>
                  <a:pt x="6096" y="6853174"/>
                </a:lnTo>
                <a:lnTo>
                  <a:pt x="6096" y="6327140"/>
                </a:lnTo>
                <a:close/>
              </a:path>
              <a:path w="5867400" h="8185150">
                <a:moveTo>
                  <a:pt x="6096" y="2121789"/>
                </a:moveTo>
                <a:lnTo>
                  <a:pt x="0" y="2121789"/>
                </a:lnTo>
                <a:lnTo>
                  <a:pt x="0" y="3173603"/>
                </a:lnTo>
                <a:lnTo>
                  <a:pt x="0" y="5275453"/>
                </a:lnTo>
                <a:lnTo>
                  <a:pt x="0" y="6327013"/>
                </a:lnTo>
                <a:lnTo>
                  <a:pt x="6096" y="6327013"/>
                </a:lnTo>
                <a:lnTo>
                  <a:pt x="6096" y="5275453"/>
                </a:lnTo>
                <a:lnTo>
                  <a:pt x="6096" y="3173603"/>
                </a:lnTo>
                <a:lnTo>
                  <a:pt x="6096" y="2121789"/>
                </a:lnTo>
                <a:close/>
              </a:path>
              <a:path w="5867400" h="8185150">
                <a:moveTo>
                  <a:pt x="5860669" y="8179016"/>
                </a:moveTo>
                <a:lnTo>
                  <a:pt x="0" y="8179016"/>
                </a:lnTo>
                <a:lnTo>
                  <a:pt x="0" y="8185099"/>
                </a:lnTo>
                <a:lnTo>
                  <a:pt x="5860669" y="8185099"/>
                </a:lnTo>
                <a:lnTo>
                  <a:pt x="5860669" y="8179016"/>
                </a:lnTo>
                <a:close/>
              </a:path>
              <a:path w="5867400" h="8185150">
                <a:moveTo>
                  <a:pt x="5860669" y="0"/>
                </a:moveTo>
                <a:lnTo>
                  <a:pt x="0" y="0"/>
                </a:lnTo>
                <a:lnTo>
                  <a:pt x="0" y="6350"/>
                </a:lnTo>
                <a:lnTo>
                  <a:pt x="0" y="1595882"/>
                </a:lnTo>
                <a:lnTo>
                  <a:pt x="0" y="1596390"/>
                </a:lnTo>
                <a:lnTo>
                  <a:pt x="0" y="2121662"/>
                </a:lnTo>
                <a:lnTo>
                  <a:pt x="6096" y="2121662"/>
                </a:lnTo>
                <a:lnTo>
                  <a:pt x="6096" y="1596390"/>
                </a:lnTo>
                <a:lnTo>
                  <a:pt x="6096" y="1595882"/>
                </a:lnTo>
                <a:lnTo>
                  <a:pt x="6096" y="6350"/>
                </a:lnTo>
                <a:lnTo>
                  <a:pt x="5860669" y="6350"/>
                </a:lnTo>
                <a:lnTo>
                  <a:pt x="5860669" y="0"/>
                </a:lnTo>
                <a:close/>
              </a:path>
              <a:path w="5867400" h="8185150">
                <a:moveTo>
                  <a:pt x="5866765" y="6327140"/>
                </a:moveTo>
                <a:lnTo>
                  <a:pt x="5860796" y="6327140"/>
                </a:lnTo>
                <a:lnTo>
                  <a:pt x="5860796" y="6853174"/>
                </a:lnTo>
                <a:lnTo>
                  <a:pt x="5860796" y="7904683"/>
                </a:lnTo>
                <a:lnTo>
                  <a:pt x="5866765" y="7904683"/>
                </a:lnTo>
                <a:lnTo>
                  <a:pt x="5866765" y="6853174"/>
                </a:lnTo>
                <a:lnTo>
                  <a:pt x="5866765" y="6327140"/>
                </a:lnTo>
                <a:close/>
              </a:path>
              <a:path w="5867400" h="8185150">
                <a:moveTo>
                  <a:pt x="5866765" y="2121789"/>
                </a:moveTo>
                <a:lnTo>
                  <a:pt x="5860796" y="2121789"/>
                </a:lnTo>
                <a:lnTo>
                  <a:pt x="5860796" y="3173603"/>
                </a:lnTo>
                <a:lnTo>
                  <a:pt x="5860796" y="5275453"/>
                </a:lnTo>
                <a:lnTo>
                  <a:pt x="5860796" y="6327013"/>
                </a:lnTo>
                <a:lnTo>
                  <a:pt x="5866765" y="6327013"/>
                </a:lnTo>
                <a:lnTo>
                  <a:pt x="5866765" y="5275453"/>
                </a:lnTo>
                <a:lnTo>
                  <a:pt x="5866765" y="3173603"/>
                </a:lnTo>
                <a:lnTo>
                  <a:pt x="5866765" y="2121789"/>
                </a:lnTo>
                <a:close/>
              </a:path>
              <a:path w="5867400" h="8185150">
                <a:moveTo>
                  <a:pt x="5866765" y="0"/>
                </a:moveTo>
                <a:lnTo>
                  <a:pt x="5860796" y="0"/>
                </a:lnTo>
                <a:lnTo>
                  <a:pt x="5860796" y="1595882"/>
                </a:lnTo>
                <a:lnTo>
                  <a:pt x="5860796" y="2121662"/>
                </a:lnTo>
                <a:lnTo>
                  <a:pt x="5866765" y="2121662"/>
                </a:lnTo>
                <a:lnTo>
                  <a:pt x="5866765" y="1595882"/>
                </a:lnTo>
                <a:lnTo>
                  <a:pt x="5866765" y="0"/>
                </a:lnTo>
                <a:close/>
              </a:path>
              <a:path w="5867400" h="8185150">
                <a:moveTo>
                  <a:pt x="5866866" y="8179028"/>
                </a:moveTo>
                <a:lnTo>
                  <a:pt x="5860796" y="8179028"/>
                </a:lnTo>
                <a:lnTo>
                  <a:pt x="5860796" y="8185099"/>
                </a:lnTo>
                <a:lnTo>
                  <a:pt x="5866866" y="8185099"/>
                </a:lnTo>
                <a:lnTo>
                  <a:pt x="5866866" y="8179028"/>
                </a:lnTo>
                <a:close/>
              </a:path>
              <a:path w="5867400" h="8185150">
                <a:moveTo>
                  <a:pt x="5866866" y="7904696"/>
                </a:moveTo>
                <a:lnTo>
                  <a:pt x="5860796" y="7904696"/>
                </a:lnTo>
                <a:lnTo>
                  <a:pt x="5860796" y="8179003"/>
                </a:lnTo>
                <a:lnTo>
                  <a:pt x="5866866" y="8179003"/>
                </a:lnTo>
                <a:lnTo>
                  <a:pt x="5866866" y="7904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856233"/>
            <a:ext cx="1765935" cy="817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288290">
              <a:lnSpc>
                <a:spcPct val="143300"/>
              </a:lnSpc>
              <a:spcBef>
                <a:spcPts val="100"/>
              </a:spcBef>
            </a:pPr>
            <a:r>
              <a:rPr sz="1200" spc="-20" dirty="0">
                <a:latin typeface="Times New Roman"/>
                <a:cs typeface="Times New Roman"/>
              </a:rPr>
              <a:t>background:#2563eb; </a:t>
            </a:r>
            <a:r>
              <a:rPr sz="1200" spc="-10" dirty="0">
                <a:latin typeface="Times New Roman"/>
                <a:cs typeface="Times New Roman"/>
              </a:rPr>
              <a:t>color:white;</a:t>
            </a:r>
            <a:endParaRPr sz="1200">
              <a:latin typeface="Times New Roman"/>
              <a:cs typeface="Times New Roman"/>
            </a:endParaRPr>
          </a:p>
          <a:p>
            <a:pPr marL="164465" marR="689610" algn="just">
              <a:lnSpc>
                <a:spcPct val="143800"/>
              </a:lnSpc>
              <a:spcBef>
                <a:spcPts val="5"/>
              </a:spcBef>
            </a:pPr>
            <a:r>
              <a:rPr sz="1200" spc="-25" dirty="0">
                <a:latin typeface="Times New Roman"/>
                <a:cs typeface="Times New Roman"/>
              </a:rPr>
              <a:t>font-</a:t>
            </a:r>
            <a:r>
              <a:rPr sz="1200" spc="-20" dirty="0">
                <a:latin typeface="Times New Roman"/>
                <a:cs typeface="Times New Roman"/>
              </a:rPr>
              <a:t>size:16px; </a:t>
            </a:r>
            <a:r>
              <a:rPr sz="1200" spc="-10" dirty="0">
                <a:latin typeface="Times New Roman"/>
                <a:cs typeface="Times New Roman"/>
              </a:rPr>
              <a:t>cursor:pointer; transition:0.3s;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 marR="269875" indent="-152400">
              <a:lnSpc>
                <a:spcPct val="143900"/>
              </a:lnSpc>
              <a:spcBef>
                <a:spcPts val="15"/>
              </a:spcBef>
            </a:pPr>
            <a:r>
              <a:rPr sz="1200" spc="-10" dirty="0">
                <a:latin typeface="Times New Roman"/>
                <a:cs typeface="Times New Roman"/>
              </a:rPr>
              <a:t>button:hover{ background:#1d4ed8; </a:t>
            </a:r>
            <a:r>
              <a:rPr sz="1200" spc="-20" dirty="0">
                <a:latin typeface="Times New Roman"/>
                <a:cs typeface="Times New Roman"/>
              </a:rPr>
              <a:t>transform:scale(1.03);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*/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latin typeface="Times New Roman"/>
                <a:cs typeface="Times New Roman"/>
              </a:rPr>
              <a:t>.login-</a:t>
            </a:r>
            <a:r>
              <a:rPr sz="1200" spc="-10" dirty="0">
                <a:latin typeface="Times New Roman"/>
                <a:cs typeface="Times New Roman"/>
              </a:rPr>
              <a:t>link{</a:t>
            </a:r>
            <a:endParaRPr sz="1200">
              <a:latin typeface="Times New Roman"/>
              <a:cs typeface="Times New Roman"/>
            </a:endParaRPr>
          </a:p>
          <a:p>
            <a:pPr marL="164465" marR="546100">
              <a:lnSpc>
                <a:spcPct val="143300"/>
              </a:lnSpc>
              <a:spcBef>
                <a:spcPts val="15"/>
              </a:spcBef>
            </a:pPr>
            <a:r>
              <a:rPr sz="1200" spc="-25" dirty="0">
                <a:latin typeface="Times New Roman"/>
                <a:cs typeface="Times New Roman"/>
              </a:rPr>
              <a:t>margin-</a:t>
            </a:r>
            <a:r>
              <a:rPr sz="1200" spc="-20" dirty="0">
                <a:latin typeface="Times New Roman"/>
                <a:cs typeface="Times New Roman"/>
              </a:rPr>
              <a:t>top:20px; </a:t>
            </a:r>
            <a:r>
              <a:rPr sz="1200" spc="-25" dirty="0">
                <a:latin typeface="Times New Roman"/>
                <a:cs typeface="Times New Roman"/>
              </a:rPr>
              <a:t>text-</a:t>
            </a:r>
            <a:r>
              <a:rPr sz="1200" spc="-10" dirty="0">
                <a:latin typeface="Times New Roman"/>
                <a:cs typeface="Times New Roman"/>
              </a:rPr>
              <a:t>align:center;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 marR="687705" indent="-152400">
              <a:lnSpc>
                <a:spcPct val="143300"/>
              </a:lnSpc>
              <a:spcBef>
                <a:spcPts val="25"/>
              </a:spcBef>
            </a:pPr>
            <a:r>
              <a:rPr sz="1200" spc="-10" dirty="0">
                <a:latin typeface="Times New Roman"/>
                <a:cs typeface="Times New Roman"/>
              </a:rPr>
              <a:t>.login-</a:t>
            </a:r>
            <a:r>
              <a:rPr sz="1200" dirty="0">
                <a:latin typeface="Times New Roman"/>
                <a:cs typeface="Times New Roman"/>
              </a:rPr>
              <a:t>link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a{ </a:t>
            </a:r>
            <a:r>
              <a:rPr sz="1200" spc="-20" dirty="0">
                <a:latin typeface="Times New Roman"/>
                <a:cs typeface="Times New Roman"/>
              </a:rPr>
              <a:t>color:#2563eb;</a:t>
            </a:r>
            <a:endParaRPr sz="1200">
              <a:latin typeface="Times New Roman"/>
              <a:cs typeface="Times New Roman"/>
            </a:endParaRPr>
          </a:p>
          <a:p>
            <a:pPr marL="164465" marR="315595">
              <a:lnSpc>
                <a:spcPts val="2080"/>
              </a:lnSpc>
              <a:spcBef>
                <a:spcPts val="160"/>
              </a:spcBef>
            </a:pPr>
            <a:r>
              <a:rPr sz="1200" spc="-25" dirty="0">
                <a:latin typeface="Times New Roman"/>
                <a:cs typeface="Times New Roman"/>
              </a:rPr>
              <a:t>text-</a:t>
            </a:r>
            <a:r>
              <a:rPr sz="1200" spc="-20" dirty="0">
                <a:latin typeface="Times New Roman"/>
                <a:cs typeface="Times New Roman"/>
              </a:rPr>
              <a:t>decoration:none; </a:t>
            </a:r>
            <a:r>
              <a:rPr sz="1200" spc="-25" dirty="0">
                <a:latin typeface="Times New Roman"/>
                <a:cs typeface="Times New Roman"/>
              </a:rPr>
              <a:t>font-</a:t>
            </a:r>
            <a:r>
              <a:rPr sz="1200" spc="-10" dirty="0">
                <a:latin typeface="Times New Roman"/>
                <a:cs typeface="Times New Roman"/>
              </a:rPr>
              <a:t>weight:bold;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latin typeface="Times New Roman"/>
                <a:cs typeface="Times New Roman"/>
              </a:rPr>
              <a:t>.login-</a:t>
            </a:r>
            <a:r>
              <a:rPr sz="1200" dirty="0">
                <a:latin typeface="Times New Roman"/>
                <a:cs typeface="Times New Roman"/>
              </a:rPr>
              <a:t>link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a:hover{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0"/>
              </a:spcBef>
            </a:pPr>
            <a:r>
              <a:rPr sz="1200" spc="-25" dirty="0">
                <a:latin typeface="Times New Roman"/>
                <a:cs typeface="Times New Roman"/>
              </a:rPr>
              <a:t>text-</a:t>
            </a:r>
            <a:r>
              <a:rPr sz="1200" spc="-10" dirty="0">
                <a:latin typeface="Times New Roman"/>
                <a:cs typeface="Times New Roman"/>
              </a:rPr>
              <a:t>decoration:underline;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/*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MOBILE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*/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25" dirty="0">
                <a:latin typeface="Times New Roman"/>
                <a:cs typeface="Times New Roman"/>
              </a:rPr>
              <a:t>@media(max-</a:t>
            </a:r>
            <a:r>
              <a:rPr sz="1200" spc="-10" dirty="0">
                <a:latin typeface="Times New Roman"/>
                <a:cs typeface="Times New Roman"/>
              </a:rPr>
              <a:t>width:850px){</a:t>
            </a:r>
            <a:endParaRPr sz="1200">
              <a:latin typeface="Times New Roman"/>
              <a:cs typeface="Times New Roman"/>
            </a:endParaRPr>
          </a:p>
          <a:p>
            <a:pPr marL="164465" marR="583565" indent="-152400">
              <a:lnSpc>
                <a:spcPct val="143300"/>
              </a:lnSpc>
              <a:spcBef>
                <a:spcPts val="15"/>
              </a:spcBef>
            </a:pPr>
            <a:r>
              <a:rPr sz="1200" spc="-25" dirty="0">
                <a:latin typeface="Times New Roman"/>
                <a:cs typeface="Times New Roman"/>
              </a:rPr>
              <a:t>.register-</a:t>
            </a:r>
            <a:r>
              <a:rPr sz="1200" spc="-10" dirty="0">
                <a:latin typeface="Times New Roman"/>
                <a:cs typeface="Times New Roman"/>
              </a:rPr>
              <a:t>container{ width:95%; height:auto;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45"/>
              </a:spcBef>
            </a:pPr>
            <a:r>
              <a:rPr sz="1200" spc="-25" dirty="0">
                <a:latin typeface="Times New Roman"/>
                <a:cs typeface="Times New Roman"/>
              </a:rPr>
              <a:t>flex-</a:t>
            </a:r>
            <a:r>
              <a:rPr sz="1200" spc="-10" dirty="0">
                <a:latin typeface="Times New Roman"/>
                <a:cs typeface="Times New Roman"/>
              </a:rPr>
              <a:t>direction:column;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18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47419"/>
            <a:ext cx="5867400" cy="8185150"/>
          </a:xfrm>
          <a:custGeom>
            <a:avLst/>
            <a:gdLst/>
            <a:ahLst/>
            <a:cxnLst/>
            <a:rect l="l" t="t" r="r" b="b"/>
            <a:pathLst>
              <a:path w="5867400" h="8185150">
                <a:moveTo>
                  <a:pt x="6096" y="7904696"/>
                </a:moveTo>
                <a:lnTo>
                  <a:pt x="0" y="7904696"/>
                </a:lnTo>
                <a:lnTo>
                  <a:pt x="0" y="8179003"/>
                </a:lnTo>
                <a:lnTo>
                  <a:pt x="6096" y="8179003"/>
                </a:lnTo>
                <a:lnTo>
                  <a:pt x="6096" y="7904696"/>
                </a:lnTo>
                <a:close/>
              </a:path>
              <a:path w="5867400" h="8185150">
                <a:moveTo>
                  <a:pt x="6096" y="6327140"/>
                </a:moveTo>
                <a:lnTo>
                  <a:pt x="0" y="6327140"/>
                </a:lnTo>
                <a:lnTo>
                  <a:pt x="0" y="6853174"/>
                </a:lnTo>
                <a:lnTo>
                  <a:pt x="0" y="7904683"/>
                </a:lnTo>
                <a:lnTo>
                  <a:pt x="6096" y="7904683"/>
                </a:lnTo>
                <a:lnTo>
                  <a:pt x="6096" y="6853174"/>
                </a:lnTo>
                <a:lnTo>
                  <a:pt x="6096" y="6327140"/>
                </a:lnTo>
                <a:close/>
              </a:path>
              <a:path w="5867400" h="8185150">
                <a:moveTo>
                  <a:pt x="6096" y="2121789"/>
                </a:moveTo>
                <a:lnTo>
                  <a:pt x="0" y="2121789"/>
                </a:lnTo>
                <a:lnTo>
                  <a:pt x="0" y="3173603"/>
                </a:lnTo>
                <a:lnTo>
                  <a:pt x="0" y="5275453"/>
                </a:lnTo>
                <a:lnTo>
                  <a:pt x="0" y="6327013"/>
                </a:lnTo>
                <a:lnTo>
                  <a:pt x="6096" y="6327013"/>
                </a:lnTo>
                <a:lnTo>
                  <a:pt x="6096" y="5275453"/>
                </a:lnTo>
                <a:lnTo>
                  <a:pt x="6096" y="3173603"/>
                </a:lnTo>
                <a:lnTo>
                  <a:pt x="6096" y="2121789"/>
                </a:lnTo>
                <a:close/>
              </a:path>
              <a:path w="5867400" h="8185150">
                <a:moveTo>
                  <a:pt x="5860669" y="8179016"/>
                </a:moveTo>
                <a:lnTo>
                  <a:pt x="0" y="8179016"/>
                </a:lnTo>
                <a:lnTo>
                  <a:pt x="0" y="8185099"/>
                </a:lnTo>
                <a:lnTo>
                  <a:pt x="5860669" y="8185099"/>
                </a:lnTo>
                <a:lnTo>
                  <a:pt x="5860669" y="8179016"/>
                </a:lnTo>
                <a:close/>
              </a:path>
              <a:path w="5867400" h="8185150">
                <a:moveTo>
                  <a:pt x="5860669" y="0"/>
                </a:moveTo>
                <a:lnTo>
                  <a:pt x="0" y="0"/>
                </a:lnTo>
                <a:lnTo>
                  <a:pt x="0" y="6350"/>
                </a:lnTo>
                <a:lnTo>
                  <a:pt x="0" y="1595882"/>
                </a:lnTo>
                <a:lnTo>
                  <a:pt x="0" y="1596390"/>
                </a:lnTo>
                <a:lnTo>
                  <a:pt x="0" y="2121662"/>
                </a:lnTo>
                <a:lnTo>
                  <a:pt x="6096" y="2121662"/>
                </a:lnTo>
                <a:lnTo>
                  <a:pt x="6096" y="1596390"/>
                </a:lnTo>
                <a:lnTo>
                  <a:pt x="6096" y="1595882"/>
                </a:lnTo>
                <a:lnTo>
                  <a:pt x="6096" y="6350"/>
                </a:lnTo>
                <a:lnTo>
                  <a:pt x="5860669" y="6350"/>
                </a:lnTo>
                <a:lnTo>
                  <a:pt x="5860669" y="0"/>
                </a:lnTo>
                <a:close/>
              </a:path>
              <a:path w="5867400" h="8185150">
                <a:moveTo>
                  <a:pt x="5866765" y="6327140"/>
                </a:moveTo>
                <a:lnTo>
                  <a:pt x="5860796" y="6327140"/>
                </a:lnTo>
                <a:lnTo>
                  <a:pt x="5860796" y="6853174"/>
                </a:lnTo>
                <a:lnTo>
                  <a:pt x="5860796" y="7904683"/>
                </a:lnTo>
                <a:lnTo>
                  <a:pt x="5866765" y="7904683"/>
                </a:lnTo>
                <a:lnTo>
                  <a:pt x="5866765" y="6853174"/>
                </a:lnTo>
                <a:lnTo>
                  <a:pt x="5866765" y="6327140"/>
                </a:lnTo>
                <a:close/>
              </a:path>
              <a:path w="5867400" h="8185150">
                <a:moveTo>
                  <a:pt x="5866765" y="2121789"/>
                </a:moveTo>
                <a:lnTo>
                  <a:pt x="5860796" y="2121789"/>
                </a:lnTo>
                <a:lnTo>
                  <a:pt x="5860796" y="3173603"/>
                </a:lnTo>
                <a:lnTo>
                  <a:pt x="5860796" y="5275453"/>
                </a:lnTo>
                <a:lnTo>
                  <a:pt x="5860796" y="6327013"/>
                </a:lnTo>
                <a:lnTo>
                  <a:pt x="5866765" y="6327013"/>
                </a:lnTo>
                <a:lnTo>
                  <a:pt x="5866765" y="5275453"/>
                </a:lnTo>
                <a:lnTo>
                  <a:pt x="5866765" y="3173603"/>
                </a:lnTo>
                <a:lnTo>
                  <a:pt x="5866765" y="2121789"/>
                </a:lnTo>
                <a:close/>
              </a:path>
              <a:path w="5867400" h="8185150">
                <a:moveTo>
                  <a:pt x="5866765" y="0"/>
                </a:moveTo>
                <a:lnTo>
                  <a:pt x="5860796" y="0"/>
                </a:lnTo>
                <a:lnTo>
                  <a:pt x="5860796" y="1595882"/>
                </a:lnTo>
                <a:lnTo>
                  <a:pt x="5860796" y="2121662"/>
                </a:lnTo>
                <a:lnTo>
                  <a:pt x="5866765" y="2121662"/>
                </a:lnTo>
                <a:lnTo>
                  <a:pt x="5866765" y="1595882"/>
                </a:lnTo>
                <a:lnTo>
                  <a:pt x="5866765" y="0"/>
                </a:lnTo>
                <a:close/>
              </a:path>
              <a:path w="5867400" h="8185150">
                <a:moveTo>
                  <a:pt x="5866866" y="8179028"/>
                </a:moveTo>
                <a:lnTo>
                  <a:pt x="5860796" y="8179028"/>
                </a:lnTo>
                <a:lnTo>
                  <a:pt x="5860796" y="8185099"/>
                </a:lnTo>
                <a:lnTo>
                  <a:pt x="5866866" y="8185099"/>
                </a:lnTo>
                <a:lnTo>
                  <a:pt x="5866866" y="8179028"/>
                </a:lnTo>
                <a:close/>
              </a:path>
              <a:path w="5867400" h="8185150">
                <a:moveTo>
                  <a:pt x="5866866" y="7904696"/>
                </a:moveTo>
                <a:lnTo>
                  <a:pt x="5860796" y="7904696"/>
                </a:lnTo>
                <a:lnTo>
                  <a:pt x="5860796" y="8179003"/>
                </a:lnTo>
                <a:lnTo>
                  <a:pt x="5866866" y="8179003"/>
                </a:lnTo>
                <a:lnTo>
                  <a:pt x="5866866" y="7904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314" y="925830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856233"/>
            <a:ext cx="3073400" cy="8173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4465" marR="2069464" indent="-152400">
              <a:lnSpc>
                <a:spcPct val="143800"/>
              </a:lnSpc>
              <a:spcBef>
                <a:spcPts val="90"/>
              </a:spcBef>
            </a:pPr>
            <a:r>
              <a:rPr sz="1200" spc="-25" dirty="0">
                <a:latin typeface="Times New Roman"/>
                <a:cs typeface="Times New Roman"/>
              </a:rPr>
              <a:t>.left-</a:t>
            </a:r>
            <a:r>
              <a:rPr sz="1200" spc="-10" dirty="0">
                <a:latin typeface="Times New Roman"/>
                <a:cs typeface="Times New Roman"/>
              </a:rPr>
              <a:t>panel{ width:100%; </a:t>
            </a:r>
            <a:r>
              <a:rPr sz="1200" spc="-20" dirty="0">
                <a:latin typeface="Times New Roman"/>
                <a:cs typeface="Times New Roman"/>
              </a:rPr>
              <a:t>height:250px;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64465" marR="1913889" indent="-152400">
              <a:lnSpc>
                <a:spcPct val="143700"/>
              </a:lnSpc>
              <a:spcBef>
                <a:spcPts val="20"/>
              </a:spcBef>
            </a:pPr>
            <a:r>
              <a:rPr sz="1200" spc="-25" dirty="0">
                <a:latin typeface="Times New Roman"/>
                <a:cs typeface="Times New Roman"/>
              </a:rPr>
              <a:t>.right-</a:t>
            </a:r>
            <a:r>
              <a:rPr sz="1200" spc="-10" dirty="0">
                <a:latin typeface="Times New Roman"/>
                <a:cs typeface="Times New Roman"/>
              </a:rPr>
              <a:t>panel{ width:100%; padding:40px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0;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50" dirty="0">
                <a:latin typeface="Times New Roman"/>
                <a:cs typeface="Times New Roman"/>
              </a:rPr>
              <a:t>}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&lt;/style&gt;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&lt;/head&gt;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&lt;div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class="register-container"&gt;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&lt;!-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LEFT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--</a:t>
            </a:r>
            <a:r>
              <a:rPr sz="1200" spc="-50" dirty="0">
                <a:latin typeface="Times New Roman"/>
                <a:cs typeface="Times New Roman"/>
              </a:rPr>
              <a:t>&gt;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&lt;div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class="left-panel"&gt;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&lt;h1&gt;Adventure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Booker&lt;/h1&gt;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640"/>
              </a:spcBef>
            </a:pPr>
            <a:r>
              <a:rPr sz="1200" spc="-25" dirty="0">
                <a:latin typeface="Times New Roman"/>
                <a:cs typeface="Times New Roman"/>
              </a:rPr>
              <a:t>&lt;p&gt;</a:t>
            </a:r>
            <a:endParaRPr sz="1200">
              <a:latin typeface="Times New Roman"/>
              <a:cs typeface="Times New Roman"/>
            </a:endParaRPr>
          </a:p>
          <a:p>
            <a:pPr marL="316865" marR="7366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account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exploring trekking,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rafting,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camping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unforgettable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journeys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around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world.</a:t>
            </a:r>
            <a:endParaRPr sz="1200">
              <a:latin typeface="Times New Roman"/>
              <a:cs typeface="Times New Roman"/>
            </a:endParaRPr>
          </a:p>
          <a:p>
            <a:pPr marR="2465070" algn="r">
              <a:lnSpc>
                <a:spcPct val="100000"/>
              </a:lnSpc>
              <a:spcBef>
                <a:spcPts val="610"/>
              </a:spcBef>
            </a:pPr>
            <a:r>
              <a:rPr sz="1200" spc="-20" dirty="0">
                <a:latin typeface="Times New Roman"/>
                <a:cs typeface="Times New Roman"/>
              </a:rPr>
              <a:t>&lt;/p&gt;</a:t>
            </a:r>
            <a:endParaRPr sz="1200">
              <a:latin typeface="Times New Roman"/>
              <a:cs typeface="Times New Roman"/>
            </a:endParaRPr>
          </a:p>
          <a:p>
            <a:pPr marR="2498725" algn="r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latin typeface="Times New Roman"/>
                <a:cs typeface="Times New Roman"/>
              </a:rPr>
              <a:t>&lt;/div&gt;</a:t>
            </a:r>
            <a:endParaRPr sz="12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&lt;!-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RIGHT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SIDE</a:t>
            </a:r>
            <a:r>
              <a:rPr sz="1200" spc="-10" dirty="0">
                <a:latin typeface="Times New Roman"/>
                <a:cs typeface="Times New Roman"/>
              </a:rPr>
              <a:t> --</a:t>
            </a:r>
            <a:r>
              <a:rPr sz="1200" spc="-50" dirty="0">
                <a:latin typeface="Times New Roman"/>
                <a:cs typeface="Times New Roman"/>
              </a:rPr>
              <a:t>&gt;</a:t>
            </a:r>
            <a:endParaRPr sz="1200">
              <a:latin typeface="Times New Roman"/>
              <a:cs typeface="Times New Roman"/>
            </a:endParaRPr>
          </a:p>
          <a:p>
            <a:pPr marR="1317625" algn="r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&lt;div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class="right-panel"&gt;</a:t>
            </a:r>
            <a:endParaRPr sz="1200">
              <a:latin typeface="Times New Roman"/>
              <a:cs typeface="Times New Roman"/>
            </a:endParaRPr>
          </a:p>
          <a:p>
            <a:pPr marR="1256030" algn="r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&lt;div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class="form-box"&gt;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&lt;h2&gt;Create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Account&lt;/h2&gt;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&lt;p&gt;Join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adventure&lt;/p&gt;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&lt;form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method="POST"&gt;</a:t>
            </a:r>
            <a:endParaRPr sz="1200">
              <a:latin typeface="Times New Roman"/>
              <a:cs typeface="Times New Roman"/>
            </a:endParaRPr>
          </a:p>
          <a:p>
            <a:pPr marL="888365" marR="258445" indent="-26670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type="text" name="full_name" placeholder="Enter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Name"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19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00" y="947419"/>
            <a:ext cx="5866765" cy="7923530"/>
          </a:xfrm>
          <a:custGeom>
            <a:avLst/>
            <a:gdLst/>
            <a:ahLst/>
            <a:cxnLst/>
            <a:rect l="l" t="t" r="r" b="b"/>
            <a:pathLst>
              <a:path w="5866765" h="7923530">
                <a:moveTo>
                  <a:pt x="6096" y="2121789"/>
                </a:moveTo>
                <a:lnTo>
                  <a:pt x="0" y="2121789"/>
                </a:lnTo>
                <a:lnTo>
                  <a:pt x="0" y="3173603"/>
                </a:lnTo>
                <a:lnTo>
                  <a:pt x="0" y="5275453"/>
                </a:lnTo>
                <a:lnTo>
                  <a:pt x="0" y="6327013"/>
                </a:lnTo>
                <a:lnTo>
                  <a:pt x="6096" y="6327013"/>
                </a:lnTo>
                <a:lnTo>
                  <a:pt x="6096" y="5275453"/>
                </a:lnTo>
                <a:lnTo>
                  <a:pt x="6096" y="3173603"/>
                </a:lnTo>
                <a:lnTo>
                  <a:pt x="6096" y="2121789"/>
                </a:lnTo>
                <a:close/>
              </a:path>
              <a:path w="5866765" h="7923530">
                <a:moveTo>
                  <a:pt x="5860669" y="7917180"/>
                </a:moveTo>
                <a:lnTo>
                  <a:pt x="6096" y="7917180"/>
                </a:lnTo>
                <a:lnTo>
                  <a:pt x="6096" y="6853174"/>
                </a:lnTo>
                <a:lnTo>
                  <a:pt x="6096" y="6852920"/>
                </a:lnTo>
                <a:lnTo>
                  <a:pt x="6096" y="6327140"/>
                </a:lnTo>
                <a:lnTo>
                  <a:pt x="0" y="6327140"/>
                </a:lnTo>
                <a:lnTo>
                  <a:pt x="0" y="6852920"/>
                </a:lnTo>
                <a:lnTo>
                  <a:pt x="0" y="6853174"/>
                </a:lnTo>
                <a:lnTo>
                  <a:pt x="0" y="7917180"/>
                </a:lnTo>
                <a:lnTo>
                  <a:pt x="0" y="7923530"/>
                </a:lnTo>
                <a:lnTo>
                  <a:pt x="5860669" y="7923530"/>
                </a:lnTo>
                <a:lnTo>
                  <a:pt x="5860669" y="7917180"/>
                </a:lnTo>
                <a:close/>
              </a:path>
              <a:path w="5866765" h="7923530">
                <a:moveTo>
                  <a:pt x="5860669" y="0"/>
                </a:moveTo>
                <a:lnTo>
                  <a:pt x="0" y="0"/>
                </a:lnTo>
                <a:lnTo>
                  <a:pt x="0" y="6350"/>
                </a:lnTo>
                <a:lnTo>
                  <a:pt x="0" y="1595882"/>
                </a:lnTo>
                <a:lnTo>
                  <a:pt x="0" y="1596390"/>
                </a:lnTo>
                <a:lnTo>
                  <a:pt x="0" y="2121662"/>
                </a:lnTo>
                <a:lnTo>
                  <a:pt x="6096" y="2121662"/>
                </a:lnTo>
                <a:lnTo>
                  <a:pt x="6096" y="1596390"/>
                </a:lnTo>
                <a:lnTo>
                  <a:pt x="6096" y="1595882"/>
                </a:lnTo>
                <a:lnTo>
                  <a:pt x="6096" y="6350"/>
                </a:lnTo>
                <a:lnTo>
                  <a:pt x="5860669" y="6350"/>
                </a:lnTo>
                <a:lnTo>
                  <a:pt x="5860669" y="0"/>
                </a:lnTo>
                <a:close/>
              </a:path>
              <a:path w="5866765" h="7923530">
                <a:moveTo>
                  <a:pt x="5866765" y="6327140"/>
                </a:moveTo>
                <a:lnTo>
                  <a:pt x="5860796" y="6327140"/>
                </a:lnTo>
                <a:lnTo>
                  <a:pt x="5860796" y="6853174"/>
                </a:lnTo>
                <a:lnTo>
                  <a:pt x="5860796" y="7922971"/>
                </a:lnTo>
                <a:lnTo>
                  <a:pt x="5866765" y="7922971"/>
                </a:lnTo>
                <a:lnTo>
                  <a:pt x="5866765" y="6853174"/>
                </a:lnTo>
                <a:lnTo>
                  <a:pt x="5866765" y="6327140"/>
                </a:lnTo>
                <a:close/>
              </a:path>
              <a:path w="5866765" h="7923530">
                <a:moveTo>
                  <a:pt x="5866765" y="2121789"/>
                </a:moveTo>
                <a:lnTo>
                  <a:pt x="5860796" y="2121789"/>
                </a:lnTo>
                <a:lnTo>
                  <a:pt x="5860796" y="3173603"/>
                </a:lnTo>
                <a:lnTo>
                  <a:pt x="5860796" y="5275453"/>
                </a:lnTo>
                <a:lnTo>
                  <a:pt x="5860796" y="6327013"/>
                </a:lnTo>
                <a:lnTo>
                  <a:pt x="5866765" y="6327013"/>
                </a:lnTo>
                <a:lnTo>
                  <a:pt x="5866765" y="5275453"/>
                </a:lnTo>
                <a:lnTo>
                  <a:pt x="5866765" y="3173603"/>
                </a:lnTo>
                <a:lnTo>
                  <a:pt x="5866765" y="2121789"/>
                </a:lnTo>
                <a:close/>
              </a:path>
              <a:path w="5866765" h="7923530">
                <a:moveTo>
                  <a:pt x="5866765" y="0"/>
                </a:moveTo>
                <a:lnTo>
                  <a:pt x="5860796" y="0"/>
                </a:lnTo>
                <a:lnTo>
                  <a:pt x="5860796" y="1595882"/>
                </a:lnTo>
                <a:lnTo>
                  <a:pt x="5860796" y="2121662"/>
                </a:lnTo>
                <a:lnTo>
                  <a:pt x="5866765" y="2121662"/>
                </a:lnTo>
                <a:lnTo>
                  <a:pt x="5866765" y="1595882"/>
                </a:lnTo>
                <a:lnTo>
                  <a:pt x="58667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43380" y="935481"/>
            <a:ext cx="2651125" cy="783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required&gt;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200">
              <a:latin typeface="Times New Roman"/>
              <a:cs typeface="Times New Roman"/>
            </a:endParaRPr>
          </a:p>
          <a:p>
            <a:pPr marL="774065" marR="224154" indent="-266700">
              <a:lnSpc>
                <a:spcPct val="143600"/>
              </a:lnSpc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type="email" name="email" placeholder="Enter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Email" required&gt;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200">
              <a:latin typeface="Times New Roman"/>
              <a:cs typeface="Times New Roman"/>
            </a:endParaRPr>
          </a:p>
          <a:p>
            <a:pPr marL="774065" marR="5080" indent="-266700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&lt;input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type="password" name="password" placeholder="Enter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Password" required&gt;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Times New Roman"/>
              <a:cs typeface="Times New Roman"/>
            </a:endParaRPr>
          </a:p>
          <a:p>
            <a:pPr marL="50736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&lt;select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name="role"&gt;</a:t>
            </a:r>
            <a:endParaRPr sz="1200">
              <a:latin typeface="Times New Roman"/>
              <a:cs typeface="Times New Roman"/>
            </a:endParaRPr>
          </a:p>
          <a:p>
            <a:pPr marL="812165" marR="521970" indent="-152400">
              <a:lnSpc>
                <a:spcPts val="4140"/>
              </a:lnSpc>
              <a:spcBef>
                <a:spcPts val="585"/>
              </a:spcBef>
            </a:pPr>
            <a:r>
              <a:rPr sz="1200" dirty="0">
                <a:latin typeface="Times New Roman"/>
                <a:cs typeface="Times New Roman"/>
              </a:rPr>
              <a:t>&lt;option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value="guide"&gt; </a:t>
            </a:r>
            <a:r>
              <a:rPr sz="1200" spc="-10" dirty="0">
                <a:latin typeface="Times New Roman"/>
                <a:cs typeface="Times New Roman"/>
              </a:rPr>
              <a:t>Guide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200">
              <a:latin typeface="Times New Roman"/>
              <a:cs typeface="Times New Roman"/>
            </a:endParaRPr>
          </a:p>
          <a:p>
            <a:pPr marL="659765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&lt;/option&gt;</a:t>
            </a:r>
            <a:endParaRPr sz="1200">
              <a:latin typeface="Times New Roman"/>
              <a:cs typeface="Times New Roman"/>
            </a:endParaRPr>
          </a:p>
          <a:p>
            <a:pPr marL="812165" marR="213995" indent="-152400">
              <a:lnSpc>
                <a:spcPct val="287500"/>
              </a:lnSpc>
            </a:pPr>
            <a:r>
              <a:rPr sz="1200" dirty="0">
                <a:latin typeface="Times New Roman"/>
                <a:cs typeface="Times New Roman"/>
              </a:rPr>
              <a:t>&lt;option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value="adventurer"&gt; </a:t>
            </a:r>
            <a:r>
              <a:rPr sz="1200" spc="-10" dirty="0">
                <a:latin typeface="Times New Roman"/>
                <a:cs typeface="Times New Roman"/>
              </a:rPr>
              <a:t>Adventurer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659765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&lt;/option&gt;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507365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&lt;/select&gt;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812165" marR="742950" indent="-304800">
              <a:lnSpc>
                <a:spcPct val="144200"/>
              </a:lnSpc>
            </a:pPr>
            <a:r>
              <a:rPr sz="1200" spc="-10" dirty="0">
                <a:latin typeface="Times New Roman"/>
                <a:cs typeface="Times New Roman"/>
              </a:rPr>
              <a:t>&lt;button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type="submit" name="register"&gt;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20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314" y="924369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6325" y="940435"/>
            <a:ext cx="5861050" cy="6865620"/>
          </a:xfrm>
          <a:prstGeom prst="rect">
            <a:avLst/>
          </a:prstGeom>
          <a:ln w="609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528320">
              <a:lnSpc>
                <a:spcPct val="100000"/>
              </a:lnSpc>
              <a:spcBef>
                <a:spcPts val="25"/>
              </a:spcBef>
            </a:pPr>
            <a:r>
              <a:rPr sz="1200" spc="-10" dirty="0">
                <a:latin typeface="Times New Roman"/>
                <a:cs typeface="Times New Roman"/>
              </a:rPr>
              <a:t>Register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200">
              <a:latin typeface="Times New Roman"/>
              <a:cs typeface="Times New Roman"/>
            </a:endParaRPr>
          </a:p>
          <a:p>
            <a:pPr marL="68072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&lt;/button&gt;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52832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&lt;/form&gt;</a:t>
            </a:r>
            <a:endParaRPr sz="1200">
              <a:latin typeface="Times New Roman"/>
              <a:cs typeface="Times New Roman"/>
            </a:endParaRPr>
          </a:p>
          <a:p>
            <a:pPr marL="680720" marR="3621404" indent="-152400">
              <a:lnSpc>
                <a:spcPts val="4140"/>
              </a:lnSpc>
              <a:spcBef>
                <a:spcPts val="590"/>
              </a:spcBef>
            </a:pPr>
            <a:r>
              <a:rPr sz="1200" dirty="0">
                <a:latin typeface="Times New Roman"/>
                <a:cs typeface="Times New Roman"/>
              </a:rPr>
              <a:t>&lt;div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class="login-link"&gt; Already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account?</a:t>
            </a:r>
            <a:endParaRPr sz="1200">
              <a:latin typeface="Times New Roman"/>
              <a:cs typeface="Times New Roman"/>
            </a:endParaRPr>
          </a:p>
          <a:p>
            <a:pPr marL="833119" marR="3869054" indent="-152400">
              <a:lnSpc>
                <a:spcPts val="4140"/>
              </a:lnSpc>
            </a:pPr>
            <a:r>
              <a:rPr sz="1200" spc="-10" dirty="0">
                <a:latin typeface="Times New Roman"/>
                <a:cs typeface="Times New Roman"/>
              </a:rPr>
              <a:t>&lt;a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href="login.php"&gt; Login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200">
              <a:latin typeface="Times New Roman"/>
              <a:cs typeface="Times New Roman"/>
            </a:endParaRPr>
          </a:p>
          <a:p>
            <a:pPr marL="680720">
              <a:lnSpc>
                <a:spcPct val="100000"/>
              </a:lnSpc>
            </a:pPr>
            <a:r>
              <a:rPr sz="1200" spc="-20" dirty="0">
                <a:latin typeface="Times New Roman"/>
                <a:cs typeface="Times New Roman"/>
              </a:rPr>
              <a:t>&lt;/a&gt;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52832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&lt;/div&gt;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200">
              <a:latin typeface="Times New Roman"/>
              <a:cs typeface="Times New Roman"/>
            </a:endParaRPr>
          </a:p>
          <a:p>
            <a:pPr marL="37592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&lt;/div&gt;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22352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&lt;/div&gt;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&lt;/div&gt;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21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460" y="2209800"/>
            <a:ext cx="4885182" cy="28746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0460" y="5929629"/>
            <a:ext cx="4890135" cy="261277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23314" y="925766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9080" y="397488"/>
            <a:ext cx="3240405" cy="8007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400" b="1" spc="-10" dirty="0">
                <a:latin typeface="Times New Roman"/>
                <a:cs typeface="Times New Roman"/>
              </a:rPr>
              <a:t>CHAPTER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  <a:p>
            <a:pPr marL="2519680">
              <a:lnSpc>
                <a:spcPct val="100000"/>
              </a:lnSpc>
              <a:spcBef>
                <a:spcPts val="735"/>
              </a:spcBef>
            </a:pPr>
            <a:r>
              <a:rPr sz="1400" b="1" spc="-10" dirty="0">
                <a:latin typeface="Times New Roman"/>
                <a:cs typeface="Times New Roman"/>
              </a:rPr>
              <a:t>RESULT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9080" y="1570989"/>
            <a:ext cx="13423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4.1 </a:t>
            </a:r>
            <a:r>
              <a:rPr sz="1400" b="1" spc="-10" dirty="0">
                <a:latin typeface="Times New Roman"/>
                <a:cs typeface="Times New Roman"/>
              </a:rPr>
              <a:t>SNAPSHOTS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9795" y="5186552"/>
            <a:ext cx="11258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Fig.4.1: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4263" y="8667699"/>
            <a:ext cx="12573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Fig.4.2: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Register</a:t>
            </a:r>
            <a:r>
              <a:rPr sz="1100" spc="-20" dirty="0">
                <a:latin typeface="Times New Roman"/>
                <a:cs typeface="Times New Roman"/>
              </a:rPr>
              <a:t> Page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22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360" y="5287645"/>
            <a:ext cx="4982337" cy="269049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23314" y="925766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04159" y="3819270"/>
            <a:ext cx="13944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Fig.4.3: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Dashboard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1590" y="8149590"/>
            <a:ext cx="13436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Fig.4.4: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View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tour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0350" y="853439"/>
            <a:ext cx="4884420" cy="279653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23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5604" y="5187315"/>
            <a:ext cx="4617720" cy="26210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23314" y="925830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02634" y="3377310"/>
            <a:ext cx="14001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Fig.4.5: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Tour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3575" y="7812785"/>
            <a:ext cx="15951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Fig.4.6: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Booking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Successful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429" y="676655"/>
            <a:ext cx="4370705" cy="268655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24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4630" y="5058409"/>
            <a:ext cx="4975860" cy="26130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23314" y="925766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87039" y="3293490"/>
            <a:ext cx="10312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Fig.4.7: </a:t>
            </a:r>
            <a:r>
              <a:rPr sz="1100" spc="-10" dirty="0">
                <a:latin typeface="Times New Roman"/>
                <a:cs typeface="Times New Roman"/>
              </a:rPr>
              <a:t>Payments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9002" y="7684769"/>
            <a:ext cx="16027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Fig.4.8: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Payment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Successful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5580" y="676655"/>
            <a:ext cx="5113528" cy="263956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25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9080" y="435356"/>
            <a:ext cx="2672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314" y="925957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9080" y="719683"/>
            <a:ext cx="5745480" cy="766572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30"/>
              </a:spcBef>
            </a:pPr>
            <a:r>
              <a:rPr sz="1400" b="1" spc="-10" dirty="0">
                <a:latin typeface="Times New Roman"/>
                <a:cs typeface="Times New Roman"/>
              </a:rPr>
              <a:t>CHAPTER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1400" b="1" spc="-10" dirty="0">
                <a:latin typeface="Times New Roman"/>
                <a:cs typeface="Times New Roman"/>
              </a:rPr>
              <a:t>CONCLUSION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FUTURE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400">
              <a:latin typeface="Times New Roman"/>
              <a:cs typeface="Times New Roman"/>
            </a:endParaRPr>
          </a:p>
          <a:p>
            <a:pPr marL="276860" lvl="1" indent="-264160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27686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25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4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simplify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spc="-10" dirty="0">
                <a:latin typeface="Times New Roman"/>
                <a:cs typeface="Times New Roman"/>
              </a:rPr>
              <a:t>booking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adventure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trekking,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camping,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rafting,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outdoor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experiences.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easy-to-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view </a:t>
            </a:r>
            <a:r>
              <a:rPr sz="1200" dirty="0">
                <a:latin typeface="Times New Roman"/>
                <a:cs typeface="Times New Roman"/>
              </a:rPr>
              <a:t>details,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 demonstrates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full-</a:t>
            </a:r>
            <a:r>
              <a:rPr sz="1200" dirty="0">
                <a:latin typeface="Times New Roman"/>
                <a:cs typeface="Times New Roman"/>
              </a:rPr>
              <a:t>stack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concepts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with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 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retrieve user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booking information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securely.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reduces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work,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eliminates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trip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accessible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200">
              <a:latin typeface="Times New Roman"/>
              <a:cs typeface="Times New Roman"/>
            </a:endParaRPr>
          </a:p>
          <a:p>
            <a:pPr marL="276860" lvl="1" indent="-264160">
              <a:lnSpc>
                <a:spcPct val="100000"/>
              </a:lnSpc>
              <a:buAutoNum type="arabicPeriod" startAt="2"/>
              <a:tabLst>
                <a:tab pos="276860" algn="l"/>
              </a:tabLst>
            </a:pPr>
            <a:r>
              <a:rPr sz="1400" b="1" dirty="0">
                <a:latin typeface="Times New Roman"/>
                <a:cs typeface="Times New Roman"/>
              </a:rPr>
              <a:t>FUTURE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ENHANCEMENT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Although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effectively,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improvements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functionality: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8255" indent="170180" algn="just">
              <a:lnSpc>
                <a:spcPct val="143300"/>
              </a:lnSpc>
              <a:buAutoNum type="arabicPeriod"/>
              <a:tabLst>
                <a:tab pos="182880" algn="l"/>
              </a:tabLst>
            </a:pPr>
            <a:r>
              <a:rPr sz="1200" b="1" dirty="0">
                <a:latin typeface="Times New Roman"/>
                <a:cs typeface="Times New Roman"/>
              </a:rPr>
              <a:t>Mobile</a:t>
            </a:r>
            <a:r>
              <a:rPr sz="1200" b="1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Application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Development: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dedicated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Android/iOS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accessibility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4465" indent="-151765" algn="just">
              <a:lnSpc>
                <a:spcPct val="100000"/>
              </a:lnSpc>
              <a:buAutoNum type="arabicPeriod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Online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Payment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Integration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5080" indent="149225" algn="just">
              <a:lnSpc>
                <a:spcPct val="143700"/>
              </a:lnSpc>
              <a:spcBef>
                <a:spcPts val="5"/>
              </a:spcBef>
              <a:buAutoNum type="arabicPeriod"/>
              <a:tabLst>
                <a:tab pos="161925" algn="l"/>
              </a:tabLst>
            </a:pP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Reviews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Ratings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convenience: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payment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gateways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UPI,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Razorpay,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PayPal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confirmation.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allowed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review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26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314" y="9258935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9080" y="389648"/>
            <a:ext cx="5742305" cy="31019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5100320" algn="l"/>
              </a:tabLst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  <a:p>
            <a:pPr marL="179705" indent="-167005">
              <a:lnSpc>
                <a:spcPct val="100000"/>
              </a:lnSpc>
              <a:spcBef>
                <a:spcPts val="395"/>
              </a:spcBef>
              <a:buAutoNum type="arabicPeriod" startAt="4"/>
              <a:tabLst>
                <a:tab pos="17970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Al-</a:t>
            </a:r>
            <a:r>
              <a:rPr sz="1200" b="1" dirty="0">
                <a:latin typeface="Times New Roman"/>
                <a:cs typeface="Times New Roman"/>
              </a:rPr>
              <a:t>based</a:t>
            </a:r>
            <a:r>
              <a:rPr sz="1200" b="1" spc="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Recommendations: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packages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user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preferences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bookings.A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chatbot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customer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instant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assistance.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2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AutoNum type="arabicPeriod" startAt="5"/>
              <a:tabLst>
                <a:tab pos="164465" algn="l"/>
              </a:tabLst>
            </a:pPr>
            <a:r>
              <a:rPr sz="1200" b="1" dirty="0">
                <a:latin typeface="Times New Roman"/>
                <a:cs typeface="Times New Roman"/>
              </a:rPr>
              <a:t>Live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Chat</a:t>
            </a:r>
            <a:r>
              <a:rPr sz="1200" b="1" spc="-10" dirty="0">
                <a:latin typeface="Times New Roman"/>
                <a:cs typeface="Times New Roman"/>
              </a:rPr>
              <a:t> Support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Times New Roman"/>
              <a:buAutoNum type="arabicPeriod" startAt="5"/>
            </a:pPr>
            <a:endParaRPr sz="1200">
              <a:latin typeface="Times New Roman"/>
              <a:cs typeface="Times New Roman"/>
            </a:endParaRPr>
          </a:p>
          <a:p>
            <a:pPr marL="12700" marR="7620" indent="165735">
              <a:lnSpc>
                <a:spcPct val="143300"/>
              </a:lnSpc>
              <a:spcBef>
                <a:spcPts val="5"/>
              </a:spcBef>
              <a:buAutoNum type="arabicPeriod" startAt="5"/>
              <a:tabLst>
                <a:tab pos="178435" algn="l"/>
              </a:tabLst>
            </a:pPr>
            <a:r>
              <a:rPr sz="1200" b="1" dirty="0">
                <a:latin typeface="Times New Roman"/>
                <a:cs typeface="Times New Roman"/>
              </a:rPr>
              <a:t>GPS</a:t>
            </a:r>
            <a:r>
              <a:rPr sz="1200" b="1" spc="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Location</a:t>
            </a:r>
            <a:r>
              <a:rPr sz="1200" b="1" spc="8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Tracking: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adventure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locations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safety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experience.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Font typeface="Times New Roman"/>
              <a:buAutoNum type="arabicPeriod" startAt="5"/>
            </a:pPr>
            <a:endParaRPr sz="1200">
              <a:latin typeface="Times New Roman"/>
              <a:cs typeface="Times New Roman"/>
            </a:endParaRPr>
          </a:p>
          <a:p>
            <a:pPr marL="12700" marR="5080" indent="189865">
              <a:lnSpc>
                <a:spcPct val="144200"/>
              </a:lnSpc>
              <a:buAutoNum type="arabicPeriod" startAt="5"/>
              <a:tabLst>
                <a:tab pos="202565" algn="l"/>
              </a:tabLst>
            </a:pPr>
            <a:r>
              <a:rPr sz="1200" b="1" dirty="0">
                <a:latin typeface="Times New Roman"/>
                <a:cs typeface="Times New Roman"/>
              </a:rPr>
              <a:t>Advanced</a:t>
            </a:r>
            <a:r>
              <a:rPr sz="1200" b="1" spc="2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Admin</a:t>
            </a:r>
            <a:r>
              <a:rPr sz="1200" b="1" spc="2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Dashboard: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detailed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booking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trends,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revenue </a:t>
            </a:r>
            <a:r>
              <a:rPr sz="1200" dirty="0">
                <a:latin typeface="Times New Roman"/>
                <a:cs typeface="Times New Roman"/>
              </a:rPr>
              <a:t>reports,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included.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27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7158" y="435356"/>
            <a:ext cx="6445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B24CSL49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3314" y="9258300"/>
            <a:ext cx="5754370" cy="6350"/>
          </a:xfrm>
          <a:custGeom>
            <a:avLst/>
            <a:gdLst/>
            <a:ahLst/>
            <a:cxnLst/>
            <a:rect l="l" t="t" r="r" b="b"/>
            <a:pathLst>
              <a:path w="5754370" h="6350">
                <a:moveTo>
                  <a:pt x="5753989" y="0"/>
                </a:moveTo>
                <a:lnTo>
                  <a:pt x="0" y="0"/>
                </a:lnTo>
                <a:lnTo>
                  <a:pt x="0" y="6095"/>
                </a:lnTo>
                <a:lnTo>
                  <a:pt x="5753989" y="6095"/>
                </a:lnTo>
                <a:lnTo>
                  <a:pt x="575398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9080" y="397488"/>
            <a:ext cx="3533140" cy="49403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00" spc="-20" dirty="0">
                <a:latin typeface="Times New Roman"/>
                <a:cs typeface="Times New Roman"/>
              </a:rPr>
              <a:t>TOUR</a:t>
            </a:r>
            <a:r>
              <a:rPr sz="1100" spc="-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GUIDE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ADVENTURE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TOURER</a:t>
            </a:r>
            <a:endParaRPr sz="1100">
              <a:latin typeface="Times New Roman"/>
              <a:cs typeface="Times New Roman"/>
            </a:endParaRPr>
          </a:p>
          <a:p>
            <a:pPr marL="2225675">
              <a:lnSpc>
                <a:spcPct val="100000"/>
              </a:lnSpc>
              <a:spcBef>
                <a:spcPts val="385"/>
              </a:spcBef>
            </a:pPr>
            <a:r>
              <a:rPr sz="1400" b="1" spc="-10" dirty="0">
                <a:latin typeface="Times New Roman"/>
                <a:cs typeface="Times New Roman"/>
              </a:rPr>
              <a:t>REFFERENCES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9080" y="1186941"/>
            <a:ext cx="5361940" cy="2656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3830">
              <a:lnSpc>
                <a:spcPct val="143300"/>
              </a:lnSpc>
              <a:spcBef>
                <a:spcPts val="100"/>
              </a:spcBef>
              <a:buAutoNum type="arabicPlain"/>
              <a:tabLst>
                <a:tab pos="176530" algn="l"/>
              </a:tabLst>
            </a:pPr>
            <a:r>
              <a:rPr sz="1200" spc="-10" dirty="0">
                <a:latin typeface="Times New Roman"/>
                <a:cs typeface="Times New Roman"/>
              </a:rPr>
              <a:t>Ramez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Elmasri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Shamkant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Navathe,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"Fundamentals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Systems",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7th </a:t>
            </a:r>
            <a:r>
              <a:rPr sz="1200" dirty="0">
                <a:latin typeface="Times New Roman"/>
                <a:cs typeface="Times New Roman"/>
              </a:rPr>
              <a:t>Edition,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Pearson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Education,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2016.</a:t>
            </a:r>
            <a:endParaRPr sz="1200">
              <a:latin typeface="Times New Roman"/>
              <a:cs typeface="Times New Roman"/>
            </a:endParaRPr>
          </a:p>
          <a:p>
            <a:pPr marL="12700" marR="684530" indent="163830">
              <a:lnSpc>
                <a:spcPct val="143300"/>
              </a:lnSpc>
              <a:spcBef>
                <a:spcPts val="10"/>
              </a:spcBef>
              <a:buAutoNum type="arabicPlain"/>
              <a:tabLst>
                <a:tab pos="176530" algn="l"/>
              </a:tabLst>
            </a:pPr>
            <a:r>
              <a:rPr sz="1200" spc="-10" dirty="0">
                <a:latin typeface="Times New Roman"/>
                <a:cs typeface="Times New Roman"/>
              </a:rPr>
              <a:t>W3Schools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Tutorial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2"/>
              </a:rPr>
              <a:t>https://www.w3schools.com/sql/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  <a:hlinkClick r:id="rId3"/>
              </a:rPr>
              <a:t>https://www.w3schools.com/php/</a:t>
            </a:r>
            <a:endParaRPr sz="1200">
              <a:latin typeface="Times New Roman"/>
              <a:cs typeface="Times New Roman"/>
            </a:endParaRPr>
          </a:p>
          <a:p>
            <a:pPr marL="12700" marR="533400" indent="163830">
              <a:lnSpc>
                <a:spcPct val="143300"/>
              </a:lnSpc>
              <a:spcBef>
                <a:spcPts val="15"/>
              </a:spcBef>
              <a:buAutoNum type="arabicPlain"/>
              <a:tabLst>
                <a:tab pos="176530" algn="l"/>
              </a:tabLst>
            </a:pP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8.0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Reference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Manual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4"/>
              </a:rPr>
              <a:t>https://dev.mysql.com/doc/refman/8.0/en/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4]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Workbench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5"/>
              </a:rPr>
              <a:t>https://dev.mysql.com/doc/workbench/en/</a:t>
            </a:r>
            <a:endParaRPr sz="1200">
              <a:latin typeface="Times New Roman"/>
              <a:cs typeface="Times New Roman"/>
            </a:endParaRPr>
          </a:p>
          <a:p>
            <a:pPr marL="12700" marR="323215">
              <a:lnSpc>
                <a:spcPts val="2080"/>
              </a:lnSpc>
              <a:spcBef>
                <a:spcPts val="170"/>
              </a:spcBef>
            </a:pPr>
            <a:r>
              <a:rPr sz="1200" dirty="0">
                <a:latin typeface="Times New Roman"/>
                <a:cs typeface="Times New Roman"/>
              </a:rPr>
              <a:t>5]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XAMPP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6"/>
              </a:rPr>
              <a:t>https://www.apachefriends.org/documentation.html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6]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GeeksforGeeks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DBMS Tutorials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 </a:t>
            </a:r>
            <a:r>
              <a:rPr sz="1200" spc="-10" dirty="0">
                <a:latin typeface="Times New Roman"/>
                <a:cs typeface="Times New Roman"/>
                <a:hlinkClick r:id="rId7"/>
              </a:rPr>
              <a:t>https://www.geeksforgeeks.org/dbms/</a:t>
            </a:r>
            <a:endParaRPr sz="1200">
              <a:latin typeface="Times New Roman"/>
              <a:cs typeface="Times New Roman"/>
            </a:endParaRPr>
          </a:p>
          <a:p>
            <a:pPr marL="12700" marR="3224530">
              <a:lnSpc>
                <a:spcPts val="2060"/>
              </a:lnSpc>
            </a:pPr>
            <a:r>
              <a:rPr sz="1200" dirty="0">
                <a:latin typeface="Times New Roman"/>
                <a:cs typeface="Times New Roman"/>
              </a:rPr>
              <a:t>7]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Claude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8"/>
              </a:rPr>
              <a:t>https://claude.ai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8]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ChatGPT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9"/>
              </a:rPr>
              <a:t>https://chatgpt.com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9450705"/>
          </a:xfrm>
          <a:custGeom>
            <a:avLst/>
            <a:gdLst/>
            <a:ahLst/>
            <a:cxnLst/>
            <a:rect l="l" t="t" r="r" b="b"/>
            <a:pathLst>
              <a:path w="7164705" h="9450705">
                <a:moveTo>
                  <a:pt x="7164311" y="9444241"/>
                </a:moveTo>
                <a:lnTo>
                  <a:pt x="7158228" y="9444241"/>
                </a:lnTo>
                <a:lnTo>
                  <a:pt x="6096" y="9444241"/>
                </a:lnTo>
                <a:lnTo>
                  <a:pt x="0" y="9444241"/>
                </a:lnTo>
                <a:lnTo>
                  <a:pt x="0" y="9450324"/>
                </a:lnTo>
                <a:lnTo>
                  <a:pt x="6096" y="9450324"/>
                </a:lnTo>
                <a:lnTo>
                  <a:pt x="7158228" y="9450324"/>
                </a:lnTo>
                <a:lnTo>
                  <a:pt x="7164311" y="9450324"/>
                </a:lnTo>
                <a:lnTo>
                  <a:pt x="7164311" y="9444241"/>
                </a:lnTo>
                <a:close/>
              </a:path>
              <a:path w="7164705" h="9450705">
                <a:moveTo>
                  <a:pt x="7164311" y="0"/>
                </a:moveTo>
                <a:lnTo>
                  <a:pt x="7158228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444228"/>
                </a:lnTo>
                <a:lnTo>
                  <a:pt x="6096" y="9444228"/>
                </a:lnTo>
                <a:lnTo>
                  <a:pt x="6096" y="6096"/>
                </a:lnTo>
                <a:lnTo>
                  <a:pt x="7158228" y="6096"/>
                </a:lnTo>
                <a:lnTo>
                  <a:pt x="7158228" y="9444228"/>
                </a:lnTo>
                <a:lnTo>
                  <a:pt x="7164311" y="9444228"/>
                </a:lnTo>
                <a:lnTo>
                  <a:pt x="7164311" y="6096"/>
                </a:lnTo>
                <a:lnTo>
                  <a:pt x="71643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/>
              <a:t>28</a:t>
            </a:r>
            <a:r>
              <a:rPr spc="-10" dirty="0"/>
              <a:t> </a:t>
            </a:r>
            <a:r>
              <a:rPr dirty="0"/>
              <a:t>| P</a:t>
            </a:r>
            <a:r>
              <a:rPr spc="5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g</a:t>
            </a:r>
            <a:r>
              <a:rPr spc="35" dirty="0"/>
              <a:t> </a:t>
            </a:r>
            <a:r>
              <a:rPr spc="-50" dirty="0"/>
              <a:t>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D</a:t>
            </a:r>
            <a:r>
              <a:rPr spc="45" dirty="0"/>
              <a:t> </a:t>
            </a:r>
            <a:r>
              <a:rPr dirty="0"/>
              <a:t>e</a:t>
            </a:r>
            <a:r>
              <a:rPr spc="45" dirty="0"/>
              <a:t> </a:t>
            </a:r>
            <a:r>
              <a:rPr dirty="0"/>
              <a:t>p</a:t>
            </a:r>
            <a:r>
              <a:rPr spc="45" dirty="0"/>
              <a:t> </a:t>
            </a:r>
            <a:r>
              <a:rPr dirty="0"/>
              <a:t>t</a:t>
            </a:r>
            <a:r>
              <a:rPr spc="40" dirty="0"/>
              <a:t> </a:t>
            </a:r>
            <a:r>
              <a:rPr dirty="0"/>
              <a:t>.</a:t>
            </a:r>
            <a:r>
              <a:rPr spc="180" dirty="0"/>
              <a:t> 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f</a:t>
            </a:r>
            <a:r>
              <a:rPr spc="165" dirty="0"/>
              <a:t>  </a:t>
            </a:r>
            <a:r>
              <a:rPr dirty="0"/>
              <a:t>C</a:t>
            </a:r>
            <a:r>
              <a:rPr spc="40" dirty="0"/>
              <a:t> </a:t>
            </a:r>
            <a:r>
              <a:rPr dirty="0"/>
              <a:t>S</a:t>
            </a:r>
            <a:r>
              <a:rPr spc="5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4665</Words>
  <Application>Microsoft Office PowerPoint</Application>
  <PresentationFormat>Custom</PresentationFormat>
  <Paragraphs>674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NB Bhargavi</cp:lastModifiedBy>
  <cp:revision>3</cp:revision>
  <dcterms:created xsi:type="dcterms:W3CDTF">2026-05-21T15:18:42Z</dcterms:created>
  <dcterms:modified xsi:type="dcterms:W3CDTF">2026-05-23T07:40:09Z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2026-05-21T00:00:00Z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2026-05-21T00:00:00Z</vt:filetime>
  </property>
  <property fmtid="{D5CDD505-2E9C-101B-9397-08002B2CF9AE}" pid="6" name="Producer">
    <vt:lpwstr>Microsoft® Word 2021</vt:lpwstr>
  </property>
</Properties>
</file>